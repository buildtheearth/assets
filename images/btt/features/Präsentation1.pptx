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D874"/>
    <a:srgbClr val="FBB557"/>
    <a:srgbClr val="DAD3D0"/>
    <a:srgbClr val="D07B05"/>
    <a:srgbClr val="E29020"/>
    <a:srgbClr val="F6DA77"/>
    <a:srgbClr val="CC7104"/>
    <a:srgbClr val="EAAC41"/>
    <a:srgbClr val="893500"/>
    <a:srgbClr val="EEBD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118" d="100"/>
          <a:sy n="118" d="100"/>
        </p:scale>
        <p:origin x="8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7C6B51-91C3-F67C-1FE0-2F1A460BF2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788DA9C-0541-67AB-7EC1-753C10E2E5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10A2E3C-2C68-ED49-AFB1-71FE92B27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DAF26-0568-4A33-9D0B-6AC479CA03DC}" type="datetimeFigureOut">
              <a:rPr lang="en-US" smtClean="0"/>
              <a:t>10/26/2023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204D73B-6667-D8CF-28F8-B58857FA6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14F5432-6124-D655-570C-9AD4FFE59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4C0A4-F4B4-48B6-A02D-966A913B43C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265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3145E3-BAA1-2984-16D7-26F3EF0C9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1EF58B4-830E-E5E4-AD97-0C6384EDE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D8D860D-89B1-B2CD-B58C-1FBA38040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DAF26-0568-4A33-9D0B-6AC479CA03DC}" type="datetimeFigureOut">
              <a:rPr lang="en-US" smtClean="0"/>
              <a:t>10/26/2023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A56DFC3-5FF3-3466-BBE8-82539FF84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10A40CB-3FA3-C397-DE21-B7E2EFE59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4C0A4-F4B4-48B6-A02D-966A913B43C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22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C0AFE4-8F4E-4B56-59C3-053CB5509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8402537-A1AB-11E5-F75E-F368F9A54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431632E-767D-9CC2-D0AD-50DE59F2E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DAF26-0568-4A33-9D0B-6AC479CA03DC}" type="datetimeFigureOut">
              <a:rPr lang="en-US" smtClean="0"/>
              <a:t>10/26/2023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5ACCF50-1809-19CC-7586-6B2568BD2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8D3C5A-0A00-13F2-583F-B59C22CF1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4C0A4-F4B4-48B6-A02D-966A913B43C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249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BA6AE3-B243-930C-6680-6D0921323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863EE37-7D6D-A1CD-0370-FE87FE47BB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D328D52-93FF-26F4-F25B-5D49277401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23775A1-847F-1E37-55C2-60D30ED4B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DAF26-0568-4A33-9D0B-6AC479CA03DC}" type="datetimeFigureOut">
              <a:rPr lang="en-US" smtClean="0"/>
              <a:t>10/26/2023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6FD1337-2410-3805-2845-051DF2080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B3B060C-58ED-1392-9FAF-8D64CBCE0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4C0A4-F4B4-48B6-A02D-966A913B43C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478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E5782E-2D67-2A72-7FF4-901D9E2A7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13339A2-F18C-3283-7158-8AC9D15D41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DDC1998-6DD0-5EFC-555D-AB7F334CE3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73EC82C-0A78-7620-3881-3ABBA17AC8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9C9F7AC-CC54-6478-5D13-7FB3403A4E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429B250-5D1C-54CF-91DA-F3A497874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DAF26-0568-4A33-9D0B-6AC479CA03DC}" type="datetimeFigureOut">
              <a:rPr lang="en-US" smtClean="0"/>
              <a:t>10/26/2023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64A2316-D816-DBE7-E313-08826E51B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B5A2A41-16AD-5EE6-6D2E-B4353F453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4C0A4-F4B4-48B6-A02D-966A913B43C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262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1F65B7-2F5D-7EF8-FB0C-79B51F63C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8C5714A-F5FB-5C80-CA5F-2FF23CE1C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DAF26-0568-4A33-9D0B-6AC479CA03DC}" type="datetimeFigureOut">
              <a:rPr lang="en-US" smtClean="0"/>
              <a:t>10/26/2023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C65F7E8-D42C-8F43-BFAC-82F383E67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A5B76EC-7CDD-E37B-0462-118E28484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4C0A4-F4B4-48B6-A02D-966A913B43C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77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E91BC1A-A63E-D76D-E93C-3F96A442F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DAF26-0568-4A33-9D0B-6AC479CA03DC}" type="datetimeFigureOut">
              <a:rPr lang="en-US" smtClean="0"/>
              <a:t>10/26/2023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C87FEC6-B441-E5EB-B708-A9B2BC3A9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A937F15-8CFC-3DFC-26D6-F6F286C0F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4C0A4-F4B4-48B6-A02D-966A913B43C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27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A67461-A939-3B83-FD53-34DC4B41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19A03DB-0170-2665-CA60-B4CFD65AE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31AC354-FE68-292A-2D16-E34977B040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DE9D976-39F4-123D-4AD5-6BB1D71CD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DAF26-0568-4A33-9D0B-6AC479CA03DC}" type="datetimeFigureOut">
              <a:rPr lang="en-US" smtClean="0"/>
              <a:t>10/26/2023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3FE1661-B9D1-682D-B696-7B7F2B232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6793596-77C1-E9B1-56BE-BD7C0218B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4C0A4-F4B4-48B6-A02D-966A913B43C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298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38B3B8-07F0-C604-A7BE-9B1CAFDC2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BE46688-5F43-ECFC-BA40-D2BBA5FA18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CDE5DF7-A2E9-E03D-E241-ADC9CFFE6A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0C65411-C340-41AD-1DD9-8D049D500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DAF26-0568-4A33-9D0B-6AC479CA03DC}" type="datetimeFigureOut">
              <a:rPr lang="en-US" smtClean="0"/>
              <a:t>10/26/2023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B39A4D1-A479-E434-0555-5300FE6D7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9796F6D-F7A2-AC9C-7471-F302621FA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4C0A4-F4B4-48B6-A02D-966A913B43C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228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88AA3A-32D6-3E14-2810-00A42AABA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7EC5F4F-127C-0E4F-C63B-F65088B7B8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6BDB4B-74E1-87F2-8FAB-501CD0D0C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DAF26-0568-4A33-9D0B-6AC479CA03DC}" type="datetimeFigureOut">
              <a:rPr lang="en-US" smtClean="0"/>
              <a:t>10/26/2023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F8200B1-406C-C152-F427-D64BCBE3E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71169A6-DA40-AA52-92BC-AF9214537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4C0A4-F4B4-48B6-A02D-966A913B43C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168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6EFCA39-7A42-BC2E-CB3D-45FBCDCA91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3519D94-325F-D049-2FBF-504CC91840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56C288-D57F-2522-3E5F-B1864EE70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DAF26-0568-4A33-9D0B-6AC479CA03DC}" type="datetimeFigureOut">
              <a:rPr lang="en-US" smtClean="0"/>
              <a:t>10/26/2023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A17227B-A47A-3CE4-3D5C-E720EC097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2D38921-A0F6-CC28-DF84-2AD21408E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4C0A4-F4B4-48B6-A02D-966A913B43C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125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BE1CB8B-137A-3BE1-B6C5-3A31A00DE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83CBBD7-FAB4-DB3D-05FF-6A97A9238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3104EC2-73D0-B775-3EDB-53CEE7296A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0DAF26-0568-4A33-9D0B-6AC479CA03DC}" type="datetimeFigureOut">
              <a:rPr lang="en-US" smtClean="0"/>
              <a:t>10/26/2023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6A012F9-636D-1B26-E5B3-C47C8D9796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988A4F-AEAD-11A4-109E-0E9B9717C6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04C0A4-F4B4-48B6-A02D-966A913B43C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256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7C6E2A79-A1F2-6DC9-3FC2-2632A7EC0D9A}"/>
              </a:ext>
            </a:extLst>
          </p:cNvPr>
          <p:cNvGrpSpPr/>
          <p:nvPr/>
        </p:nvGrpSpPr>
        <p:grpSpPr>
          <a:xfrm>
            <a:off x="18346" y="171548"/>
            <a:ext cx="2860585" cy="5710180"/>
            <a:chOff x="18346" y="171548"/>
            <a:chExt cx="2860585" cy="5710180"/>
          </a:xfrm>
        </p:grpSpPr>
        <p:grpSp>
          <p:nvGrpSpPr>
            <p:cNvPr id="75" name="Gruppieren 74">
              <a:extLst>
                <a:ext uri="{FF2B5EF4-FFF2-40B4-BE49-F238E27FC236}">
                  <a16:creationId xmlns:a16="http://schemas.microsoft.com/office/drawing/2014/main" id="{85F7AC76-F27F-1E16-911E-495392085C6C}"/>
                </a:ext>
              </a:extLst>
            </p:cNvPr>
            <p:cNvGrpSpPr/>
            <p:nvPr/>
          </p:nvGrpSpPr>
          <p:grpSpPr>
            <a:xfrm>
              <a:off x="18346" y="171548"/>
              <a:ext cx="2698425" cy="5710180"/>
              <a:chOff x="18675" y="202504"/>
              <a:chExt cx="2698425" cy="5710180"/>
            </a:xfrm>
          </p:grpSpPr>
          <p:grpSp>
            <p:nvGrpSpPr>
              <p:cNvPr id="14" name="Gruppieren 13">
                <a:extLst>
                  <a:ext uri="{FF2B5EF4-FFF2-40B4-BE49-F238E27FC236}">
                    <a16:creationId xmlns:a16="http://schemas.microsoft.com/office/drawing/2014/main" id="{CCBB325E-5538-E035-E965-52C14CD57480}"/>
                  </a:ext>
                </a:extLst>
              </p:cNvPr>
              <p:cNvGrpSpPr/>
              <p:nvPr/>
            </p:nvGrpSpPr>
            <p:grpSpPr>
              <a:xfrm>
                <a:off x="18675" y="202504"/>
                <a:ext cx="2698425" cy="5710180"/>
                <a:chOff x="18675" y="202504"/>
                <a:chExt cx="2698425" cy="5710180"/>
              </a:xfrm>
              <a:solidFill>
                <a:srgbClr val="CB6F03"/>
              </a:solidFill>
            </p:grpSpPr>
            <p:grpSp>
              <p:nvGrpSpPr>
                <p:cNvPr id="2" name="Gruppieren 1">
                  <a:extLst>
                    <a:ext uri="{FF2B5EF4-FFF2-40B4-BE49-F238E27FC236}">
                      <a16:creationId xmlns:a16="http://schemas.microsoft.com/office/drawing/2014/main" id="{018C71C9-1671-5F1C-1971-2CFAF2524FFF}"/>
                    </a:ext>
                  </a:extLst>
                </p:cNvPr>
                <p:cNvGrpSpPr/>
                <p:nvPr/>
              </p:nvGrpSpPr>
              <p:grpSpPr>
                <a:xfrm>
                  <a:off x="213765" y="552856"/>
                  <a:ext cx="2503335" cy="5359828"/>
                  <a:chOff x="213765" y="291045"/>
                  <a:chExt cx="2503335" cy="5359828"/>
                </a:xfrm>
                <a:grpFill/>
              </p:grpSpPr>
              <p:grpSp>
                <p:nvGrpSpPr>
                  <p:cNvPr id="49" name="Gruppieren 48">
                    <a:extLst>
                      <a:ext uri="{FF2B5EF4-FFF2-40B4-BE49-F238E27FC236}">
                        <a16:creationId xmlns:a16="http://schemas.microsoft.com/office/drawing/2014/main" id="{8292FB64-58BC-5098-ECD5-220D08C669ED}"/>
                      </a:ext>
                    </a:extLst>
                  </p:cNvPr>
                  <p:cNvGrpSpPr/>
                  <p:nvPr/>
                </p:nvGrpSpPr>
                <p:grpSpPr>
                  <a:xfrm>
                    <a:off x="213765" y="291045"/>
                    <a:ext cx="2503333" cy="1407459"/>
                    <a:chOff x="213765" y="291045"/>
                    <a:chExt cx="2503333" cy="1407459"/>
                  </a:xfrm>
                  <a:grpFill/>
                </p:grpSpPr>
                <p:sp>
                  <p:nvSpPr>
                    <p:cNvPr id="21" name="Rechteck: abgerundete Ecken 20">
                      <a:extLst>
                        <a:ext uri="{FF2B5EF4-FFF2-40B4-BE49-F238E27FC236}">
                          <a16:creationId xmlns:a16="http://schemas.microsoft.com/office/drawing/2014/main" id="{8036A3BC-1E5E-B94A-39DF-A2788C7E850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3765" y="291045"/>
                      <a:ext cx="2503333" cy="1407459"/>
                    </a:xfrm>
                    <a:prstGeom prst="roundRect">
                      <a:avLst/>
                    </a:prstGeom>
                    <a:solidFill>
                      <a:srgbClr val="D07B05"/>
                    </a:solidFill>
                    <a:ln>
                      <a:noFill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3" name="Textfeld 22">
                      <a:extLst>
                        <a:ext uri="{FF2B5EF4-FFF2-40B4-BE49-F238E27FC236}">
                          <a16:creationId xmlns:a16="http://schemas.microsoft.com/office/drawing/2014/main" id="{C6C4E635-462D-6A32-ECD2-D9C67A6B58B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13765" y="1104081"/>
                      <a:ext cx="2503333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  <a:latin typeface="Inter SemiBold" panose="02000503000000020004" pitchFamily="2" charset="0"/>
                          <a:ea typeface="Inter SemiBold" panose="02000503000000020004" pitchFamily="2" charset="0"/>
                        </a:rPr>
                        <a:t>Generator</a:t>
                      </a:r>
                    </a:p>
                  </p:txBody>
                </p:sp>
              </p:grpSp>
              <p:sp>
                <p:nvSpPr>
                  <p:cNvPr id="32" name="Rechteck: abgerundete Ecken 31">
                    <a:extLst>
                      <a:ext uri="{FF2B5EF4-FFF2-40B4-BE49-F238E27FC236}">
                        <a16:creationId xmlns:a16="http://schemas.microsoft.com/office/drawing/2014/main" id="{89EDFC98-D9C8-79F9-CB00-71C25B6565CD}"/>
                      </a:ext>
                    </a:extLst>
                  </p:cNvPr>
                  <p:cNvSpPr/>
                  <p:nvPr/>
                </p:nvSpPr>
                <p:spPr>
                  <a:xfrm>
                    <a:off x="213766" y="1933589"/>
                    <a:ext cx="1095875" cy="1057590"/>
                  </a:xfrm>
                  <a:prstGeom prst="roundRect">
                    <a:avLst/>
                  </a:prstGeom>
                  <a:solidFill>
                    <a:srgbClr val="D07B05"/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de-DE" sz="1200" dirty="0">
                        <a:solidFill>
                          <a:schemeClr val="bg1"/>
                        </a:solidFill>
                        <a:latin typeface="Inter SemiBold" panose="02000503000000020004" pitchFamily="2" charset="0"/>
                        <a:ea typeface="Inter SemiBold" panose="02000503000000020004" pitchFamily="2" charset="0"/>
                      </a:rPr>
                      <a:t>House Generator</a:t>
                    </a:r>
                    <a:endParaRPr lang="en-US" sz="1200" dirty="0">
                      <a:solidFill>
                        <a:schemeClr val="bg1"/>
                      </a:solidFill>
                      <a:latin typeface="Inter SemiBold" panose="02000503000000020004" pitchFamily="2" charset="0"/>
                      <a:ea typeface="Inter SemiBold" panose="02000503000000020004" pitchFamily="2" charset="0"/>
                    </a:endParaRPr>
                  </a:p>
                </p:txBody>
              </p:sp>
              <p:sp>
                <p:nvSpPr>
                  <p:cNvPr id="33" name="Rechteck: abgerundete Ecken 32">
                    <a:extLst>
                      <a:ext uri="{FF2B5EF4-FFF2-40B4-BE49-F238E27FC236}">
                        <a16:creationId xmlns:a16="http://schemas.microsoft.com/office/drawing/2014/main" id="{5CC5005F-D7F5-70BE-47B9-EA73CAE50DD1}"/>
                      </a:ext>
                    </a:extLst>
                  </p:cNvPr>
                  <p:cNvSpPr/>
                  <p:nvPr/>
                </p:nvSpPr>
                <p:spPr>
                  <a:xfrm>
                    <a:off x="1621225" y="1933589"/>
                    <a:ext cx="1095875" cy="1057590"/>
                  </a:xfrm>
                  <a:prstGeom prst="roundRect">
                    <a:avLst/>
                  </a:prstGeom>
                  <a:solidFill>
                    <a:srgbClr val="D07B05"/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de-DE" sz="1200" dirty="0">
                        <a:solidFill>
                          <a:schemeClr val="bg1"/>
                        </a:solidFill>
                        <a:latin typeface="Inter SemiBold" panose="02000503000000020004" pitchFamily="2" charset="0"/>
                        <a:ea typeface="Inter SemiBold" panose="02000503000000020004" pitchFamily="2" charset="0"/>
                      </a:rPr>
                      <a:t>Road Generator</a:t>
                    </a:r>
                    <a:endParaRPr lang="en-US" sz="1200" dirty="0">
                      <a:solidFill>
                        <a:schemeClr val="bg1"/>
                      </a:solidFill>
                      <a:latin typeface="Inter SemiBold" panose="02000503000000020004" pitchFamily="2" charset="0"/>
                      <a:ea typeface="Inter SemiBold" panose="02000503000000020004" pitchFamily="2" charset="0"/>
                    </a:endParaRPr>
                  </a:p>
                </p:txBody>
              </p:sp>
              <p:sp>
                <p:nvSpPr>
                  <p:cNvPr id="34" name="Rechteck: abgerundete Ecken 33">
                    <a:extLst>
                      <a:ext uri="{FF2B5EF4-FFF2-40B4-BE49-F238E27FC236}">
                        <a16:creationId xmlns:a16="http://schemas.microsoft.com/office/drawing/2014/main" id="{BED8A790-1D90-7B9E-8084-56428D447421}"/>
                      </a:ext>
                    </a:extLst>
                  </p:cNvPr>
                  <p:cNvSpPr/>
                  <p:nvPr/>
                </p:nvSpPr>
                <p:spPr>
                  <a:xfrm>
                    <a:off x="213766" y="3263436"/>
                    <a:ext cx="1095875" cy="1057590"/>
                  </a:xfrm>
                  <a:prstGeom prst="roundRect">
                    <a:avLst/>
                  </a:prstGeom>
                  <a:solidFill>
                    <a:srgbClr val="D07B05"/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de-DE" sz="1200" dirty="0">
                        <a:solidFill>
                          <a:schemeClr val="bg1"/>
                        </a:solidFill>
                        <a:latin typeface="Inter SemiBold" panose="02000503000000020004" pitchFamily="2" charset="0"/>
                        <a:ea typeface="Inter SemiBold" panose="02000503000000020004" pitchFamily="2" charset="0"/>
                      </a:rPr>
                      <a:t>Railway Generator</a:t>
                    </a:r>
                    <a:endParaRPr lang="en-US" sz="1200" dirty="0">
                      <a:solidFill>
                        <a:schemeClr val="bg1"/>
                      </a:solidFill>
                      <a:latin typeface="Inter SemiBold" panose="02000503000000020004" pitchFamily="2" charset="0"/>
                      <a:ea typeface="Inter SemiBold" panose="02000503000000020004" pitchFamily="2" charset="0"/>
                    </a:endParaRPr>
                  </a:p>
                </p:txBody>
              </p:sp>
              <p:sp>
                <p:nvSpPr>
                  <p:cNvPr id="35" name="Rechteck: abgerundete Ecken 34">
                    <a:extLst>
                      <a:ext uri="{FF2B5EF4-FFF2-40B4-BE49-F238E27FC236}">
                        <a16:creationId xmlns:a16="http://schemas.microsoft.com/office/drawing/2014/main" id="{71E925E4-451E-7FC6-689C-D6853D7AFDCE}"/>
                      </a:ext>
                    </a:extLst>
                  </p:cNvPr>
                  <p:cNvSpPr/>
                  <p:nvPr/>
                </p:nvSpPr>
                <p:spPr>
                  <a:xfrm>
                    <a:off x="1621225" y="3263436"/>
                    <a:ext cx="1095875" cy="1057590"/>
                  </a:xfrm>
                  <a:prstGeom prst="roundRect">
                    <a:avLst/>
                  </a:prstGeom>
                  <a:solidFill>
                    <a:srgbClr val="D07B05"/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de-DE" sz="1200" dirty="0">
                        <a:solidFill>
                          <a:schemeClr val="bg1"/>
                        </a:solidFill>
                        <a:latin typeface="Inter SemiBold" panose="02000503000000020004" pitchFamily="2" charset="0"/>
                        <a:ea typeface="Inter SemiBold" panose="02000503000000020004" pitchFamily="2" charset="0"/>
                      </a:rPr>
                      <a:t>Tree Generator</a:t>
                    </a:r>
                    <a:endParaRPr lang="en-US" sz="1200" dirty="0">
                      <a:solidFill>
                        <a:schemeClr val="bg1"/>
                      </a:solidFill>
                      <a:latin typeface="Inter SemiBold" panose="02000503000000020004" pitchFamily="2" charset="0"/>
                      <a:ea typeface="Inter SemiBold" panose="02000503000000020004" pitchFamily="2" charset="0"/>
                    </a:endParaRPr>
                  </a:p>
                </p:txBody>
              </p:sp>
              <p:sp>
                <p:nvSpPr>
                  <p:cNvPr id="36" name="Rechteck: abgerundete Ecken 35">
                    <a:extLst>
                      <a:ext uri="{FF2B5EF4-FFF2-40B4-BE49-F238E27FC236}">
                        <a16:creationId xmlns:a16="http://schemas.microsoft.com/office/drawing/2014/main" id="{E01F05C1-3416-C058-AE0E-277A5CBE0624}"/>
                      </a:ext>
                    </a:extLst>
                  </p:cNvPr>
                  <p:cNvSpPr/>
                  <p:nvPr/>
                </p:nvSpPr>
                <p:spPr>
                  <a:xfrm>
                    <a:off x="213765" y="4593283"/>
                    <a:ext cx="1095875" cy="1057590"/>
                  </a:xfrm>
                  <a:prstGeom prst="roundRect">
                    <a:avLst/>
                  </a:prstGeom>
                  <a:solidFill>
                    <a:srgbClr val="D07B05"/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de-DE" sz="1200" dirty="0">
                        <a:solidFill>
                          <a:schemeClr val="bg1"/>
                        </a:solidFill>
                        <a:latin typeface="Inter SemiBold" panose="02000503000000020004" pitchFamily="2" charset="0"/>
                        <a:ea typeface="Inter SemiBold" panose="02000503000000020004" pitchFamily="2" charset="0"/>
                      </a:rPr>
                      <a:t>Forest Generator</a:t>
                    </a:r>
                    <a:endParaRPr lang="en-US" sz="1200" dirty="0">
                      <a:solidFill>
                        <a:schemeClr val="bg1"/>
                      </a:solidFill>
                      <a:latin typeface="Inter SemiBold" panose="02000503000000020004" pitchFamily="2" charset="0"/>
                      <a:ea typeface="Inter SemiBold" panose="02000503000000020004" pitchFamily="2" charset="0"/>
                    </a:endParaRPr>
                  </a:p>
                </p:txBody>
              </p:sp>
              <p:sp>
                <p:nvSpPr>
                  <p:cNvPr id="37" name="Rechteck: abgerundete Ecken 36">
                    <a:extLst>
                      <a:ext uri="{FF2B5EF4-FFF2-40B4-BE49-F238E27FC236}">
                        <a16:creationId xmlns:a16="http://schemas.microsoft.com/office/drawing/2014/main" id="{E650C876-A285-1B09-D770-07FD2E40675C}"/>
                      </a:ext>
                    </a:extLst>
                  </p:cNvPr>
                  <p:cNvSpPr/>
                  <p:nvPr/>
                </p:nvSpPr>
                <p:spPr>
                  <a:xfrm>
                    <a:off x="1621224" y="4593283"/>
                    <a:ext cx="1095875" cy="1057590"/>
                  </a:xfrm>
                  <a:prstGeom prst="roundRect">
                    <a:avLst/>
                  </a:prstGeom>
                  <a:solidFill>
                    <a:srgbClr val="D07B05"/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de-DE" sz="1200" dirty="0">
                        <a:solidFill>
                          <a:schemeClr val="bg1"/>
                        </a:solidFill>
                        <a:latin typeface="Inter SemiBold" panose="02000503000000020004" pitchFamily="2" charset="0"/>
                        <a:ea typeface="Inter SemiBold" panose="02000503000000020004" pitchFamily="2" charset="0"/>
                      </a:rPr>
                      <a:t>Field Generator</a:t>
                    </a:r>
                    <a:endParaRPr lang="en-US" sz="1200" dirty="0">
                      <a:solidFill>
                        <a:schemeClr val="bg1"/>
                      </a:solidFill>
                      <a:latin typeface="Inter SemiBold" panose="02000503000000020004" pitchFamily="2" charset="0"/>
                      <a:ea typeface="Inter SemiBold" panose="02000503000000020004" pitchFamily="2" charset="0"/>
                    </a:endParaRPr>
                  </a:p>
                </p:txBody>
              </p:sp>
            </p:grpSp>
            <p:cxnSp>
              <p:nvCxnSpPr>
                <p:cNvPr id="10" name="Gerader Verbinder 9">
                  <a:extLst>
                    <a:ext uri="{FF2B5EF4-FFF2-40B4-BE49-F238E27FC236}">
                      <a16:creationId xmlns:a16="http://schemas.microsoft.com/office/drawing/2014/main" id="{C6E9A275-F765-1AAA-1D22-434B3BA325E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675" y="202504"/>
                  <a:ext cx="19754" cy="0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74" name="Grafik 73">
                <a:extLst>
                  <a:ext uri="{FF2B5EF4-FFF2-40B4-BE49-F238E27FC236}">
                    <a16:creationId xmlns:a16="http://schemas.microsoft.com/office/drawing/2014/main" id="{8FDCBA60-8F19-7719-373E-5C07D6E620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1205776" y="743381"/>
                <a:ext cx="519310" cy="519310"/>
              </a:xfrm>
              <a:prstGeom prst="rect">
                <a:avLst/>
              </a:prstGeom>
            </p:spPr>
          </p:pic>
          <p:sp>
            <p:nvSpPr>
              <p:cNvPr id="43" name="Textfeld 42">
                <a:extLst>
                  <a:ext uri="{FF2B5EF4-FFF2-40B4-BE49-F238E27FC236}">
                    <a16:creationId xmlns:a16="http://schemas.microsoft.com/office/drawing/2014/main" id="{FE7696A5-9ED0-FB97-EB5E-9BFCEEF6C4E8}"/>
                  </a:ext>
                </a:extLst>
              </p:cNvPr>
              <p:cNvSpPr txBox="1"/>
              <p:nvPr/>
            </p:nvSpPr>
            <p:spPr>
              <a:xfrm>
                <a:off x="2447331" y="3599729"/>
                <a:ext cx="189457" cy="2769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de-DE" sz="1200" dirty="0">
                    <a:solidFill>
                      <a:schemeClr val="bg1"/>
                    </a:solidFill>
                    <a:latin typeface="Inter SemiBold" panose="02000503000000020004" pitchFamily="2" charset="0"/>
                    <a:ea typeface="Inter SemiBold" panose="02000503000000020004" pitchFamily="2" charset="0"/>
                  </a:rPr>
                  <a:t>*</a:t>
                </a:r>
                <a:endParaRPr lang="en-US" sz="1200" dirty="0">
                  <a:solidFill>
                    <a:schemeClr val="bg1"/>
                  </a:solidFill>
                  <a:latin typeface="Inter SemiBold" panose="02000503000000020004" pitchFamily="2" charset="0"/>
                  <a:ea typeface="Inter SemiBold" panose="02000503000000020004" pitchFamily="2" charset="0"/>
                </a:endParaRPr>
              </a:p>
            </p:txBody>
          </p:sp>
          <p:sp>
            <p:nvSpPr>
              <p:cNvPr id="53" name="Textfeld 52">
                <a:extLst>
                  <a:ext uri="{FF2B5EF4-FFF2-40B4-BE49-F238E27FC236}">
                    <a16:creationId xmlns:a16="http://schemas.microsoft.com/office/drawing/2014/main" id="{DFB5EF60-3AEE-E474-19CB-43C8A90D2CDF}"/>
                  </a:ext>
                </a:extLst>
              </p:cNvPr>
              <p:cNvSpPr txBox="1"/>
              <p:nvPr/>
            </p:nvSpPr>
            <p:spPr>
              <a:xfrm>
                <a:off x="1035558" y="4945693"/>
                <a:ext cx="189457" cy="2769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ctr">
                  <a:defRPr sz="1200">
                    <a:solidFill>
                      <a:schemeClr val="bg2">
                        <a:lumMod val="25000"/>
                      </a:schemeClr>
                    </a:solidFill>
                    <a:latin typeface="Inter SemiBold" panose="02000503000000020004" pitchFamily="2" charset="0"/>
                    <a:ea typeface="Inter SemiBold" panose="02000503000000020004" pitchFamily="2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r>
                  <a:rPr lang="de-DE" dirty="0">
                    <a:solidFill>
                      <a:schemeClr val="bg1"/>
                    </a:solidFill>
                  </a:rPr>
                  <a:t>*</a:t>
                </a:r>
                <a:endParaRPr lang="en-US" dirty="0">
                  <a:solidFill>
                    <a:schemeClr val="bg1"/>
                  </a:solidFill>
                </a:endParaRPr>
              </a:p>
            </p:txBody>
          </p:sp>
        </p:grpSp>
        <p:cxnSp>
          <p:nvCxnSpPr>
            <p:cNvPr id="83" name="Gerader Verbinder 82">
              <a:extLst>
                <a:ext uri="{FF2B5EF4-FFF2-40B4-BE49-F238E27FC236}">
                  <a16:creationId xmlns:a16="http://schemas.microsoft.com/office/drawing/2014/main" id="{45392EF5-A9B8-E68B-01BB-792F1290208A}"/>
                </a:ext>
              </a:extLst>
            </p:cNvPr>
            <p:cNvCxnSpPr>
              <a:cxnSpLocks/>
            </p:cNvCxnSpPr>
            <p:nvPr/>
          </p:nvCxnSpPr>
          <p:spPr>
            <a:xfrm>
              <a:off x="2859881" y="202504"/>
              <a:ext cx="19050" cy="0"/>
            </a:xfrm>
            <a:prstGeom prst="line">
              <a:avLst/>
            </a:prstGeom>
            <a:solidFill>
              <a:srgbClr val="CB6F03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0" name="Gruppieren 139">
            <a:extLst>
              <a:ext uri="{FF2B5EF4-FFF2-40B4-BE49-F238E27FC236}">
                <a16:creationId xmlns:a16="http://schemas.microsoft.com/office/drawing/2014/main" id="{BA4F8090-6A9E-4373-2ABB-29F2402962F3}"/>
              </a:ext>
            </a:extLst>
          </p:cNvPr>
          <p:cNvGrpSpPr/>
          <p:nvPr/>
        </p:nvGrpSpPr>
        <p:grpSpPr>
          <a:xfrm>
            <a:off x="6754534" y="171548"/>
            <a:ext cx="2860585" cy="4380333"/>
            <a:chOff x="6754534" y="171548"/>
            <a:chExt cx="2860585" cy="4380333"/>
          </a:xfrm>
        </p:grpSpPr>
        <p:grpSp>
          <p:nvGrpSpPr>
            <p:cNvPr id="100" name="Gruppieren 99">
              <a:extLst>
                <a:ext uri="{FF2B5EF4-FFF2-40B4-BE49-F238E27FC236}">
                  <a16:creationId xmlns:a16="http://schemas.microsoft.com/office/drawing/2014/main" id="{D369FF86-4CEC-05E9-5A8B-F89AD7A0515F}"/>
                </a:ext>
              </a:extLst>
            </p:cNvPr>
            <p:cNvGrpSpPr/>
            <p:nvPr/>
          </p:nvGrpSpPr>
          <p:grpSpPr>
            <a:xfrm>
              <a:off x="6754534" y="171548"/>
              <a:ext cx="2698425" cy="4380333"/>
              <a:chOff x="18675" y="202504"/>
              <a:chExt cx="2698425" cy="4380333"/>
            </a:xfrm>
            <a:solidFill>
              <a:srgbClr val="CB6F03"/>
            </a:solidFill>
          </p:grpSpPr>
          <p:grpSp>
            <p:nvGrpSpPr>
              <p:cNvPr id="104" name="Gruppieren 103">
                <a:extLst>
                  <a:ext uri="{FF2B5EF4-FFF2-40B4-BE49-F238E27FC236}">
                    <a16:creationId xmlns:a16="http://schemas.microsoft.com/office/drawing/2014/main" id="{D42DFBC8-8349-ACA3-C5D6-35FB292A9E71}"/>
                  </a:ext>
                </a:extLst>
              </p:cNvPr>
              <p:cNvGrpSpPr/>
              <p:nvPr/>
            </p:nvGrpSpPr>
            <p:grpSpPr>
              <a:xfrm>
                <a:off x="213765" y="552856"/>
                <a:ext cx="2503335" cy="4029981"/>
                <a:chOff x="213765" y="291045"/>
                <a:chExt cx="2503335" cy="4029981"/>
              </a:xfrm>
              <a:grpFill/>
            </p:grpSpPr>
            <p:grpSp>
              <p:nvGrpSpPr>
                <p:cNvPr id="106" name="Gruppieren 105">
                  <a:extLst>
                    <a:ext uri="{FF2B5EF4-FFF2-40B4-BE49-F238E27FC236}">
                      <a16:creationId xmlns:a16="http://schemas.microsoft.com/office/drawing/2014/main" id="{D5529F2B-1766-FFE6-46BB-020ACB1FC1F6}"/>
                    </a:ext>
                  </a:extLst>
                </p:cNvPr>
                <p:cNvGrpSpPr/>
                <p:nvPr/>
              </p:nvGrpSpPr>
              <p:grpSpPr>
                <a:xfrm>
                  <a:off x="213765" y="291045"/>
                  <a:ext cx="2503333" cy="1407459"/>
                  <a:chOff x="213765" y="291045"/>
                  <a:chExt cx="2503333" cy="1407459"/>
                </a:xfrm>
                <a:grpFill/>
              </p:grpSpPr>
              <p:sp>
                <p:nvSpPr>
                  <p:cNvPr id="113" name="Rechteck: abgerundete Ecken 112">
                    <a:extLst>
                      <a:ext uri="{FF2B5EF4-FFF2-40B4-BE49-F238E27FC236}">
                        <a16:creationId xmlns:a16="http://schemas.microsoft.com/office/drawing/2014/main" id="{C34FCCE6-19F5-C98E-44D9-BD93244EDECA}"/>
                      </a:ext>
                    </a:extLst>
                  </p:cNvPr>
                  <p:cNvSpPr/>
                  <p:nvPr/>
                </p:nvSpPr>
                <p:spPr>
                  <a:xfrm>
                    <a:off x="213765" y="291045"/>
                    <a:ext cx="2503333" cy="1407459"/>
                  </a:xfrm>
                  <a:prstGeom prst="roundRect">
                    <a:avLst/>
                  </a:prstGeom>
                  <a:solidFill>
                    <a:srgbClr val="D07B05"/>
                  </a:solidFill>
                  <a:ln>
                    <a:noFill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4" name="Textfeld 113">
                    <a:extLst>
                      <a:ext uri="{FF2B5EF4-FFF2-40B4-BE49-F238E27FC236}">
                        <a16:creationId xmlns:a16="http://schemas.microsoft.com/office/drawing/2014/main" id="{B6C1AC11-453B-7DC9-4E7E-240BD6709A4F}"/>
                      </a:ext>
                    </a:extLst>
                  </p:cNvPr>
                  <p:cNvSpPr txBox="1"/>
                  <p:nvPr/>
                </p:nvSpPr>
                <p:spPr>
                  <a:xfrm>
                    <a:off x="213765" y="1104081"/>
                    <a:ext cx="2503333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2000" dirty="0">
                        <a:solidFill>
                          <a:schemeClr val="bg1"/>
                        </a:solidFill>
                        <a:latin typeface="Inter SemiBold" panose="02000503000000020004" pitchFamily="2" charset="0"/>
                        <a:ea typeface="Inter SemiBold" panose="02000503000000020004" pitchFamily="2" charset="0"/>
                      </a:rPr>
                      <a:t>Statistics</a:t>
                    </a:r>
                  </a:p>
                </p:txBody>
              </p:sp>
            </p:grpSp>
            <p:sp>
              <p:nvSpPr>
                <p:cNvPr id="107" name="Rechteck: abgerundete Ecken 106">
                  <a:extLst>
                    <a:ext uri="{FF2B5EF4-FFF2-40B4-BE49-F238E27FC236}">
                      <a16:creationId xmlns:a16="http://schemas.microsoft.com/office/drawing/2014/main" id="{615FD9BA-17CC-E16A-3B6C-ADD76F438CF2}"/>
                    </a:ext>
                  </a:extLst>
                </p:cNvPr>
                <p:cNvSpPr/>
                <p:nvPr/>
              </p:nvSpPr>
              <p:spPr>
                <a:xfrm>
                  <a:off x="213766" y="1933589"/>
                  <a:ext cx="1095875" cy="1057590"/>
                </a:xfrm>
                <a:prstGeom prst="roundRect">
                  <a:avLst/>
                </a:prstGeom>
                <a:solidFill>
                  <a:srgbClr val="D07B05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latin typeface="Inter SemiBold" panose="02000503000000020004" pitchFamily="2" charset="0"/>
                      <a:ea typeface="Inter SemiBold" panose="02000503000000020004" pitchFamily="2" charset="0"/>
                    </a:rPr>
                    <a:t>Personal Statistics</a:t>
                  </a:r>
                </a:p>
              </p:txBody>
            </p:sp>
            <p:sp>
              <p:nvSpPr>
                <p:cNvPr id="108" name="Rechteck: abgerundete Ecken 107">
                  <a:extLst>
                    <a:ext uri="{FF2B5EF4-FFF2-40B4-BE49-F238E27FC236}">
                      <a16:creationId xmlns:a16="http://schemas.microsoft.com/office/drawing/2014/main" id="{823000B2-2AA2-B5FF-19F8-A567677FEDB3}"/>
                    </a:ext>
                  </a:extLst>
                </p:cNvPr>
                <p:cNvSpPr/>
                <p:nvPr/>
              </p:nvSpPr>
              <p:spPr>
                <a:xfrm>
                  <a:off x="1621225" y="1933589"/>
                  <a:ext cx="1095875" cy="1057590"/>
                </a:xfrm>
                <a:prstGeom prst="roundRect">
                  <a:avLst/>
                </a:prstGeom>
                <a:solidFill>
                  <a:srgbClr val="D07B05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latin typeface="Inter SemiBold" panose="02000503000000020004" pitchFamily="2" charset="0"/>
                      <a:ea typeface="Inter SemiBold" panose="02000503000000020004" pitchFamily="2" charset="0"/>
                    </a:rPr>
                    <a:t>Team Statistics</a:t>
                  </a:r>
                </a:p>
              </p:txBody>
            </p:sp>
            <p:sp>
              <p:nvSpPr>
                <p:cNvPr id="109" name="Rechteck: abgerundete Ecken 108">
                  <a:extLst>
                    <a:ext uri="{FF2B5EF4-FFF2-40B4-BE49-F238E27FC236}">
                      <a16:creationId xmlns:a16="http://schemas.microsoft.com/office/drawing/2014/main" id="{3F6A1E38-FDA7-0BC5-4279-17A686FC1CB1}"/>
                    </a:ext>
                  </a:extLst>
                </p:cNvPr>
                <p:cNvSpPr/>
                <p:nvPr/>
              </p:nvSpPr>
              <p:spPr>
                <a:xfrm>
                  <a:off x="213766" y="3263436"/>
                  <a:ext cx="1095875" cy="1057590"/>
                </a:xfrm>
                <a:prstGeom prst="roundRect">
                  <a:avLst/>
                </a:prstGeom>
                <a:solidFill>
                  <a:srgbClr val="D07B05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latin typeface="Inter SemiBold" panose="02000503000000020004" pitchFamily="2" charset="0"/>
                      <a:ea typeface="Inter SemiBold" panose="02000503000000020004" pitchFamily="2" charset="0"/>
                    </a:rPr>
                    <a:t>Universal</a:t>
                  </a:r>
                  <a:br>
                    <a:rPr lang="en-US" sz="1200" dirty="0">
                      <a:latin typeface="Inter SemiBold" panose="02000503000000020004" pitchFamily="2" charset="0"/>
                      <a:ea typeface="Inter SemiBold" panose="02000503000000020004" pitchFamily="2" charset="0"/>
                    </a:rPr>
                  </a:br>
                  <a:r>
                    <a:rPr lang="en-US" sz="1200" dirty="0">
                      <a:latin typeface="Inter SemiBold" panose="02000503000000020004" pitchFamily="2" charset="0"/>
                      <a:ea typeface="Inter SemiBold" panose="02000503000000020004" pitchFamily="2" charset="0"/>
                    </a:rPr>
                    <a:t>Statistics</a:t>
                  </a:r>
                </a:p>
              </p:txBody>
            </p:sp>
            <p:sp>
              <p:nvSpPr>
                <p:cNvPr id="110" name="Rechteck: abgerundete Ecken 109">
                  <a:extLst>
                    <a:ext uri="{FF2B5EF4-FFF2-40B4-BE49-F238E27FC236}">
                      <a16:creationId xmlns:a16="http://schemas.microsoft.com/office/drawing/2014/main" id="{A7F3B96B-2B8D-5F7A-8AA2-05A42B4D0EC9}"/>
                    </a:ext>
                  </a:extLst>
                </p:cNvPr>
                <p:cNvSpPr/>
                <p:nvPr/>
              </p:nvSpPr>
              <p:spPr>
                <a:xfrm>
                  <a:off x="1621225" y="3263436"/>
                  <a:ext cx="1095875" cy="1057590"/>
                </a:xfrm>
                <a:prstGeom prst="roundRect">
                  <a:avLst/>
                </a:prstGeom>
                <a:solidFill>
                  <a:srgbClr val="D07B05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>
                      <a:latin typeface="Inter SemiBold" panose="02000503000000020004" pitchFamily="2" charset="0"/>
                      <a:ea typeface="Inter SemiBold" panose="02000503000000020004" pitchFamily="2" charset="0"/>
                    </a:rPr>
                    <a:t>Leader- boards</a:t>
                  </a:r>
                </a:p>
              </p:txBody>
            </p:sp>
          </p:grpSp>
          <p:cxnSp>
            <p:nvCxnSpPr>
              <p:cNvPr id="105" name="Gerader Verbinder 104">
                <a:extLst>
                  <a:ext uri="{FF2B5EF4-FFF2-40B4-BE49-F238E27FC236}">
                    <a16:creationId xmlns:a16="http://schemas.microsoft.com/office/drawing/2014/main" id="{D2C62044-E9E3-D514-2893-F7508922B3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675" y="202504"/>
                <a:ext cx="19754" cy="0"/>
              </a:xfrm>
              <a:prstGeom prst="line">
                <a:avLst/>
              </a:prstGeom>
              <a:grp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1" name="Grafik 100">
              <a:extLst>
                <a:ext uri="{FF2B5EF4-FFF2-40B4-BE49-F238E27FC236}">
                  <a16:creationId xmlns:a16="http://schemas.microsoft.com/office/drawing/2014/main" id="{FC670782-4E02-41B5-6970-57A3AC0F89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41635" y="712425"/>
              <a:ext cx="519310" cy="519310"/>
            </a:xfrm>
            <a:prstGeom prst="rect">
              <a:avLst/>
            </a:prstGeom>
          </p:spPr>
        </p:pic>
        <p:sp>
          <p:nvSpPr>
            <p:cNvPr id="102" name="Textfeld 101">
              <a:extLst>
                <a:ext uri="{FF2B5EF4-FFF2-40B4-BE49-F238E27FC236}">
                  <a16:creationId xmlns:a16="http://schemas.microsoft.com/office/drawing/2014/main" id="{F9ECC3CB-1FDE-41BC-D78D-0AE662AFB994}"/>
                </a:ext>
              </a:extLst>
            </p:cNvPr>
            <p:cNvSpPr txBox="1"/>
            <p:nvPr/>
          </p:nvSpPr>
          <p:spPr>
            <a:xfrm>
              <a:off x="9183190" y="3568773"/>
              <a:ext cx="189457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200" dirty="0">
                  <a:solidFill>
                    <a:schemeClr val="bg1"/>
                  </a:solidFill>
                  <a:latin typeface="Inter SemiBold" panose="02000503000000020004" pitchFamily="2" charset="0"/>
                  <a:ea typeface="Inter SemiBold" panose="02000503000000020004" pitchFamily="2" charset="0"/>
                </a:rPr>
                <a:t>*</a:t>
              </a:r>
              <a:endParaRPr lang="en-US" sz="1200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</a:endParaRPr>
            </a:p>
          </p:txBody>
        </p:sp>
        <p:cxnSp>
          <p:nvCxnSpPr>
            <p:cNvPr id="99" name="Gerader Verbinder 98">
              <a:extLst>
                <a:ext uri="{FF2B5EF4-FFF2-40B4-BE49-F238E27FC236}">
                  <a16:creationId xmlns:a16="http://schemas.microsoft.com/office/drawing/2014/main" id="{EA23820A-CD90-5F25-608F-99D119D1BA36}"/>
                </a:ext>
              </a:extLst>
            </p:cNvPr>
            <p:cNvCxnSpPr>
              <a:cxnSpLocks/>
            </p:cNvCxnSpPr>
            <p:nvPr/>
          </p:nvCxnSpPr>
          <p:spPr>
            <a:xfrm>
              <a:off x="9596069" y="202504"/>
              <a:ext cx="19050" cy="0"/>
            </a:xfrm>
            <a:prstGeom prst="line">
              <a:avLst/>
            </a:prstGeom>
            <a:solidFill>
              <a:srgbClr val="CB6F03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9" name="Gruppieren 138">
            <a:extLst>
              <a:ext uri="{FF2B5EF4-FFF2-40B4-BE49-F238E27FC236}">
                <a16:creationId xmlns:a16="http://schemas.microsoft.com/office/drawing/2014/main" id="{56AF2914-4AEC-0BE6-143A-5AE1EF81DF03}"/>
              </a:ext>
            </a:extLst>
          </p:cNvPr>
          <p:cNvGrpSpPr/>
          <p:nvPr/>
        </p:nvGrpSpPr>
        <p:grpSpPr>
          <a:xfrm>
            <a:off x="3402903" y="171548"/>
            <a:ext cx="2860585" cy="4380333"/>
            <a:chOff x="3402903" y="171548"/>
            <a:chExt cx="2860585" cy="4380333"/>
          </a:xfrm>
        </p:grpSpPr>
        <p:grpSp>
          <p:nvGrpSpPr>
            <p:cNvPr id="122" name="Gruppieren 121">
              <a:extLst>
                <a:ext uri="{FF2B5EF4-FFF2-40B4-BE49-F238E27FC236}">
                  <a16:creationId xmlns:a16="http://schemas.microsoft.com/office/drawing/2014/main" id="{E59C57A1-A75F-34B8-24D5-7D2698DB5E67}"/>
                </a:ext>
              </a:extLst>
            </p:cNvPr>
            <p:cNvGrpSpPr/>
            <p:nvPr/>
          </p:nvGrpSpPr>
          <p:grpSpPr>
            <a:xfrm>
              <a:off x="3402903" y="171548"/>
              <a:ext cx="2698425" cy="4380333"/>
              <a:chOff x="18675" y="202504"/>
              <a:chExt cx="2698425" cy="4380333"/>
            </a:xfrm>
          </p:grpSpPr>
          <p:grpSp>
            <p:nvGrpSpPr>
              <p:cNvPr id="124" name="Gruppieren 123">
                <a:extLst>
                  <a:ext uri="{FF2B5EF4-FFF2-40B4-BE49-F238E27FC236}">
                    <a16:creationId xmlns:a16="http://schemas.microsoft.com/office/drawing/2014/main" id="{A096E35F-FF0F-268F-2C28-B394CDC56192}"/>
                  </a:ext>
                </a:extLst>
              </p:cNvPr>
              <p:cNvGrpSpPr/>
              <p:nvPr/>
            </p:nvGrpSpPr>
            <p:grpSpPr>
              <a:xfrm>
                <a:off x="18675" y="202504"/>
                <a:ext cx="2698425" cy="4380333"/>
                <a:chOff x="18675" y="202504"/>
                <a:chExt cx="2698425" cy="4380333"/>
              </a:xfrm>
              <a:solidFill>
                <a:srgbClr val="CB6F03"/>
              </a:solidFill>
            </p:grpSpPr>
            <p:grpSp>
              <p:nvGrpSpPr>
                <p:cNvPr id="128" name="Gruppieren 127">
                  <a:extLst>
                    <a:ext uri="{FF2B5EF4-FFF2-40B4-BE49-F238E27FC236}">
                      <a16:creationId xmlns:a16="http://schemas.microsoft.com/office/drawing/2014/main" id="{D0BEC4C4-E800-3A4F-18A6-23C8A4F458FD}"/>
                    </a:ext>
                  </a:extLst>
                </p:cNvPr>
                <p:cNvGrpSpPr/>
                <p:nvPr/>
              </p:nvGrpSpPr>
              <p:grpSpPr>
                <a:xfrm>
                  <a:off x="213765" y="552856"/>
                  <a:ext cx="2503335" cy="4029981"/>
                  <a:chOff x="213765" y="291045"/>
                  <a:chExt cx="2503335" cy="4029981"/>
                </a:xfrm>
                <a:grpFill/>
              </p:grpSpPr>
              <p:grpSp>
                <p:nvGrpSpPr>
                  <p:cNvPr id="130" name="Gruppieren 129">
                    <a:extLst>
                      <a:ext uri="{FF2B5EF4-FFF2-40B4-BE49-F238E27FC236}">
                        <a16:creationId xmlns:a16="http://schemas.microsoft.com/office/drawing/2014/main" id="{75A0FCA1-2A93-6129-D9DD-C3833C3AEC72}"/>
                      </a:ext>
                    </a:extLst>
                  </p:cNvPr>
                  <p:cNvGrpSpPr/>
                  <p:nvPr/>
                </p:nvGrpSpPr>
                <p:grpSpPr>
                  <a:xfrm>
                    <a:off x="213765" y="291045"/>
                    <a:ext cx="2503333" cy="1407459"/>
                    <a:chOff x="213765" y="291045"/>
                    <a:chExt cx="2503333" cy="1407459"/>
                  </a:xfrm>
                  <a:grpFill/>
                </p:grpSpPr>
                <p:sp>
                  <p:nvSpPr>
                    <p:cNvPr id="137" name="Rechteck: abgerundete Ecken 136">
                      <a:extLst>
                        <a:ext uri="{FF2B5EF4-FFF2-40B4-BE49-F238E27FC236}">
                          <a16:creationId xmlns:a16="http://schemas.microsoft.com/office/drawing/2014/main" id="{BC873364-C2BB-A647-8DD4-8A05F4DF17C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3765" y="291045"/>
                      <a:ext cx="2503333" cy="1407459"/>
                    </a:xfrm>
                    <a:prstGeom prst="roundRect">
                      <a:avLst/>
                    </a:prstGeom>
                    <a:solidFill>
                      <a:srgbClr val="DAD3D0"/>
                    </a:solidFill>
                    <a:ln>
                      <a:noFill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38" name="Textfeld 137">
                      <a:extLst>
                        <a:ext uri="{FF2B5EF4-FFF2-40B4-BE49-F238E27FC236}">
                          <a16:creationId xmlns:a16="http://schemas.microsoft.com/office/drawing/2014/main" id="{408AA751-7400-E4BD-6466-A536FE91C04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13765" y="1104081"/>
                      <a:ext cx="2503333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Inter SemiBold" panose="02000503000000020004" pitchFamily="2" charset="0"/>
                          <a:ea typeface="Inter SemiBold" panose="02000503000000020004" pitchFamily="2" charset="0"/>
                        </a:rPr>
                        <a:t>Sledgehammer</a:t>
                      </a:r>
                    </a:p>
                  </p:txBody>
                </p:sp>
              </p:grpSp>
              <p:sp>
                <p:nvSpPr>
                  <p:cNvPr id="131" name="Rechteck: abgerundete Ecken 130">
                    <a:extLst>
                      <a:ext uri="{FF2B5EF4-FFF2-40B4-BE49-F238E27FC236}">
                        <a16:creationId xmlns:a16="http://schemas.microsoft.com/office/drawing/2014/main" id="{9E806E2B-15DC-1468-50CA-865AA3D2B6E6}"/>
                      </a:ext>
                    </a:extLst>
                  </p:cNvPr>
                  <p:cNvSpPr/>
                  <p:nvPr/>
                </p:nvSpPr>
                <p:spPr>
                  <a:xfrm>
                    <a:off x="213766" y="1933589"/>
                    <a:ext cx="1095875" cy="1057590"/>
                  </a:xfrm>
                  <a:prstGeom prst="roundRect">
                    <a:avLst/>
                  </a:prstGeom>
                  <a:solidFill>
                    <a:srgbClr val="DAD3D0"/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de-DE" sz="1200" dirty="0">
                        <a:solidFill>
                          <a:schemeClr val="bg2">
                            <a:lumMod val="25000"/>
                          </a:schemeClr>
                        </a:solidFill>
                        <a:latin typeface="Inter SemiBold" panose="02000503000000020004" pitchFamily="2" charset="0"/>
                        <a:ea typeface="Inter SemiBold" panose="02000503000000020004" pitchFamily="2" charset="0"/>
                      </a:rPr>
                      <a:t>Universal Navigator</a:t>
                    </a:r>
                  </a:p>
                </p:txBody>
              </p:sp>
              <p:sp>
                <p:nvSpPr>
                  <p:cNvPr id="132" name="Rechteck: abgerundete Ecken 131">
                    <a:extLst>
                      <a:ext uri="{FF2B5EF4-FFF2-40B4-BE49-F238E27FC236}">
                        <a16:creationId xmlns:a16="http://schemas.microsoft.com/office/drawing/2014/main" id="{91F4F83F-F148-0601-EA7F-3F0FF29D1381}"/>
                      </a:ext>
                    </a:extLst>
                  </p:cNvPr>
                  <p:cNvSpPr/>
                  <p:nvPr/>
                </p:nvSpPr>
                <p:spPr>
                  <a:xfrm>
                    <a:off x="1621225" y="1933589"/>
                    <a:ext cx="1095875" cy="1057590"/>
                  </a:xfrm>
                  <a:prstGeom prst="roundRect">
                    <a:avLst/>
                  </a:prstGeom>
                  <a:solidFill>
                    <a:srgbClr val="DAD3D0"/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de-DE" sz="1200" dirty="0">
                        <a:solidFill>
                          <a:schemeClr val="bg2">
                            <a:lumMod val="25000"/>
                          </a:schemeClr>
                        </a:solidFill>
                        <a:latin typeface="Inter SemiBold" panose="02000503000000020004" pitchFamily="2" charset="0"/>
                        <a:ea typeface="Inter SemiBold" panose="02000503000000020004" pitchFamily="2" charset="0"/>
                      </a:rPr>
                      <a:t>Universal Warps</a:t>
                    </a:r>
                  </a:p>
                </p:txBody>
              </p:sp>
              <p:sp>
                <p:nvSpPr>
                  <p:cNvPr id="133" name="Rechteck: abgerundete Ecken 132">
                    <a:extLst>
                      <a:ext uri="{FF2B5EF4-FFF2-40B4-BE49-F238E27FC236}">
                        <a16:creationId xmlns:a16="http://schemas.microsoft.com/office/drawing/2014/main" id="{C1D7BE61-E3D3-2419-4A1E-65930F64E698}"/>
                      </a:ext>
                    </a:extLst>
                  </p:cNvPr>
                  <p:cNvSpPr/>
                  <p:nvPr/>
                </p:nvSpPr>
                <p:spPr>
                  <a:xfrm>
                    <a:off x="213766" y="3263436"/>
                    <a:ext cx="1095875" cy="1057590"/>
                  </a:xfrm>
                  <a:prstGeom prst="roundRect">
                    <a:avLst/>
                  </a:prstGeom>
                  <a:solidFill>
                    <a:srgbClr val="DAD3D0"/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de-DE" sz="1200" dirty="0">
                        <a:solidFill>
                          <a:schemeClr val="bg2">
                            <a:lumMod val="25000"/>
                          </a:schemeClr>
                        </a:solidFill>
                        <a:latin typeface="Inter SemiBold" panose="02000503000000020004" pitchFamily="2" charset="0"/>
                        <a:ea typeface="Inter SemiBold" panose="02000503000000020004" pitchFamily="2" charset="0"/>
                      </a:rPr>
                      <a:t>Universal</a:t>
                    </a:r>
                    <a:br>
                      <a:rPr lang="de-DE" sz="1200" dirty="0">
                        <a:solidFill>
                          <a:schemeClr val="bg2">
                            <a:lumMod val="25000"/>
                          </a:schemeClr>
                        </a:solidFill>
                        <a:latin typeface="Inter SemiBold" panose="02000503000000020004" pitchFamily="2" charset="0"/>
                        <a:ea typeface="Inter SemiBold" panose="02000503000000020004" pitchFamily="2" charset="0"/>
                      </a:rPr>
                    </a:br>
                    <a:r>
                      <a:rPr lang="de-DE" sz="1200" dirty="0">
                        <a:solidFill>
                          <a:schemeClr val="bg2">
                            <a:lumMod val="25000"/>
                          </a:schemeClr>
                        </a:solidFill>
                        <a:latin typeface="Inter SemiBold" panose="02000503000000020004" pitchFamily="2" charset="0"/>
                        <a:ea typeface="Inter SemiBold" panose="02000503000000020004" pitchFamily="2" charset="0"/>
                      </a:rPr>
                      <a:t>TPLL</a:t>
                    </a:r>
                  </a:p>
                </p:txBody>
              </p:sp>
              <p:sp>
                <p:nvSpPr>
                  <p:cNvPr id="134" name="Rechteck: abgerundete Ecken 133">
                    <a:extLst>
                      <a:ext uri="{FF2B5EF4-FFF2-40B4-BE49-F238E27FC236}">
                        <a16:creationId xmlns:a16="http://schemas.microsoft.com/office/drawing/2014/main" id="{93F3464E-2B01-F6C3-2DD5-1E55CA5BF55F}"/>
                      </a:ext>
                    </a:extLst>
                  </p:cNvPr>
                  <p:cNvSpPr/>
                  <p:nvPr/>
                </p:nvSpPr>
                <p:spPr>
                  <a:xfrm>
                    <a:off x="1621225" y="3263436"/>
                    <a:ext cx="1095875" cy="1057590"/>
                  </a:xfrm>
                  <a:prstGeom prst="roundRect">
                    <a:avLst/>
                  </a:prstGeom>
                  <a:solidFill>
                    <a:srgbClr val="DAD3D0"/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bg2">
                            <a:lumMod val="25000"/>
                          </a:schemeClr>
                        </a:solidFill>
                        <a:latin typeface="Inter SemiBold" panose="02000503000000020004" pitchFamily="2" charset="0"/>
                        <a:ea typeface="Inter SemiBold" panose="02000503000000020004" pitchFamily="2" charset="0"/>
                      </a:rPr>
                      <a:t>Region Assigning</a:t>
                    </a:r>
                  </a:p>
                </p:txBody>
              </p:sp>
            </p:grpSp>
            <p:cxnSp>
              <p:nvCxnSpPr>
                <p:cNvPr id="129" name="Gerader Verbinder 128">
                  <a:extLst>
                    <a:ext uri="{FF2B5EF4-FFF2-40B4-BE49-F238E27FC236}">
                      <a16:creationId xmlns:a16="http://schemas.microsoft.com/office/drawing/2014/main" id="{3DA14557-B695-66D6-47CD-C50A2ABEEB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675" y="202504"/>
                  <a:ext cx="19754" cy="0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125" name="Grafik 124">
                <a:extLst>
                  <a:ext uri="{FF2B5EF4-FFF2-40B4-BE49-F238E27FC236}">
                    <a16:creationId xmlns:a16="http://schemas.microsoft.com/office/drawing/2014/main" id="{6C6054EF-64D9-E7A2-4F41-1FC8F1AFB2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1205776" y="743381"/>
                <a:ext cx="519310" cy="519310"/>
              </a:xfrm>
              <a:prstGeom prst="rect">
                <a:avLst/>
              </a:prstGeom>
            </p:spPr>
          </p:pic>
          <p:sp>
            <p:nvSpPr>
              <p:cNvPr id="126" name="Textfeld 125">
                <a:extLst>
                  <a:ext uri="{FF2B5EF4-FFF2-40B4-BE49-F238E27FC236}">
                    <a16:creationId xmlns:a16="http://schemas.microsoft.com/office/drawing/2014/main" id="{AF40E859-9D9F-AC47-191D-AAA28B89EB20}"/>
                  </a:ext>
                </a:extLst>
              </p:cNvPr>
              <p:cNvSpPr txBox="1"/>
              <p:nvPr/>
            </p:nvSpPr>
            <p:spPr>
              <a:xfrm>
                <a:off x="2447331" y="3599729"/>
                <a:ext cx="189457" cy="2769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de-DE" sz="1200" dirty="0">
                    <a:solidFill>
                      <a:schemeClr val="bg2">
                        <a:lumMod val="25000"/>
                      </a:schemeClr>
                    </a:solidFill>
                    <a:latin typeface="Inter SemiBold" panose="02000503000000020004" pitchFamily="2" charset="0"/>
                    <a:ea typeface="Inter SemiBold" panose="02000503000000020004" pitchFamily="2" charset="0"/>
                  </a:rPr>
                  <a:t>*</a:t>
                </a:r>
                <a:endParaRPr lang="en-US" sz="1200" dirty="0">
                  <a:solidFill>
                    <a:schemeClr val="bg2">
                      <a:lumMod val="25000"/>
                    </a:schemeClr>
                  </a:solidFill>
                  <a:latin typeface="Inter SemiBold" panose="02000503000000020004" pitchFamily="2" charset="0"/>
                  <a:ea typeface="Inter SemiBold" panose="02000503000000020004" pitchFamily="2" charset="0"/>
                </a:endParaRPr>
              </a:p>
            </p:txBody>
          </p:sp>
        </p:grpSp>
        <p:cxnSp>
          <p:nvCxnSpPr>
            <p:cNvPr id="123" name="Gerader Verbinder 122">
              <a:extLst>
                <a:ext uri="{FF2B5EF4-FFF2-40B4-BE49-F238E27FC236}">
                  <a16:creationId xmlns:a16="http://schemas.microsoft.com/office/drawing/2014/main" id="{5A332CB0-A256-E499-BA52-E7BAB829B940}"/>
                </a:ext>
              </a:extLst>
            </p:cNvPr>
            <p:cNvCxnSpPr>
              <a:cxnSpLocks/>
            </p:cNvCxnSpPr>
            <p:nvPr/>
          </p:nvCxnSpPr>
          <p:spPr>
            <a:xfrm>
              <a:off x="6244438" y="202504"/>
              <a:ext cx="19050" cy="0"/>
            </a:xfrm>
            <a:prstGeom prst="line">
              <a:avLst/>
            </a:prstGeom>
            <a:solidFill>
              <a:srgbClr val="CB6F03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6789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7C6E2A79-A1F2-6DC9-3FC2-2632A7EC0D9A}"/>
              </a:ext>
            </a:extLst>
          </p:cNvPr>
          <p:cNvGrpSpPr/>
          <p:nvPr/>
        </p:nvGrpSpPr>
        <p:grpSpPr>
          <a:xfrm>
            <a:off x="3491942" y="204546"/>
            <a:ext cx="2860585" cy="5710180"/>
            <a:chOff x="18346" y="171548"/>
            <a:chExt cx="2860585" cy="5710180"/>
          </a:xfrm>
        </p:grpSpPr>
        <p:grpSp>
          <p:nvGrpSpPr>
            <p:cNvPr id="75" name="Gruppieren 74">
              <a:extLst>
                <a:ext uri="{FF2B5EF4-FFF2-40B4-BE49-F238E27FC236}">
                  <a16:creationId xmlns:a16="http://schemas.microsoft.com/office/drawing/2014/main" id="{85F7AC76-F27F-1E16-911E-495392085C6C}"/>
                </a:ext>
              </a:extLst>
            </p:cNvPr>
            <p:cNvGrpSpPr/>
            <p:nvPr/>
          </p:nvGrpSpPr>
          <p:grpSpPr>
            <a:xfrm>
              <a:off x="18346" y="171548"/>
              <a:ext cx="2698425" cy="5710180"/>
              <a:chOff x="18675" y="202504"/>
              <a:chExt cx="2698425" cy="5710180"/>
            </a:xfrm>
          </p:grpSpPr>
          <p:grpSp>
            <p:nvGrpSpPr>
              <p:cNvPr id="14" name="Gruppieren 13">
                <a:extLst>
                  <a:ext uri="{FF2B5EF4-FFF2-40B4-BE49-F238E27FC236}">
                    <a16:creationId xmlns:a16="http://schemas.microsoft.com/office/drawing/2014/main" id="{CCBB325E-5538-E035-E965-52C14CD57480}"/>
                  </a:ext>
                </a:extLst>
              </p:cNvPr>
              <p:cNvGrpSpPr/>
              <p:nvPr/>
            </p:nvGrpSpPr>
            <p:grpSpPr>
              <a:xfrm>
                <a:off x="18675" y="202504"/>
                <a:ext cx="2698425" cy="5710180"/>
                <a:chOff x="18675" y="202504"/>
                <a:chExt cx="2698425" cy="5710180"/>
              </a:xfrm>
              <a:solidFill>
                <a:srgbClr val="CB6F03"/>
              </a:solidFill>
            </p:grpSpPr>
            <p:grpSp>
              <p:nvGrpSpPr>
                <p:cNvPr id="2" name="Gruppieren 1">
                  <a:extLst>
                    <a:ext uri="{FF2B5EF4-FFF2-40B4-BE49-F238E27FC236}">
                      <a16:creationId xmlns:a16="http://schemas.microsoft.com/office/drawing/2014/main" id="{018C71C9-1671-5F1C-1971-2CFAF2524FFF}"/>
                    </a:ext>
                  </a:extLst>
                </p:cNvPr>
                <p:cNvGrpSpPr/>
                <p:nvPr/>
              </p:nvGrpSpPr>
              <p:grpSpPr>
                <a:xfrm>
                  <a:off x="213765" y="552856"/>
                  <a:ext cx="2503335" cy="5359828"/>
                  <a:chOff x="213765" y="291045"/>
                  <a:chExt cx="2503335" cy="5359828"/>
                </a:xfrm>
                <a:grpFill/>
              </p:grpSpPr>
              <p:grpSp>
                <p:nvGrpSpPr>
                  <p:cNvPr id="49" name="Gruppieren 48">
                    <a:extLst>
                      <a:ext uri="{FF2B5EF4-FFF2-40B4-BE49-F238E27FC236}">
                        <a16:creationId xmlns:a16="http://schemas.microsoft.com/office/drawing/2014/main" id="{8292FB64-58BC-5098-ECD5-220D08C669ED}"/>
                      </a:ext>
                    </a:extLst>
                  </p:cNvPr>
                  <p:cNvGrpSpPr/>
                  <p:nvPr/>
                </p:nvGrpSpPr>
                <p:grpSpPr>
                  <a:xfrm>
                    <a:off x="213765" y="291045"/>
                    <a:ext cx="2503333" cy="1407459"/>
                    <a:chOff x="213765" y="291045"/>
                    <a:chExt cx="2503333" cy="1407459"/>
                  </a:xfrm>
                  <a:grpFill/>
                </p:grpSpPr>
                <p:sp>
                  <p:nvSpPr>
                    <p:cNvPr id="21" name="Rechteck: abgerundete Ecken 20">
                      <a:extLst>
                        <a:ext uri="{FF2B5EF4-FFF2-40B4-BE49-F238E27FC236}">
                          <a16:creationId xmlns:a16="http://schemas.microsoft.com/office/drawing/2014/main" id="{8036A3BC-1E5E-B94A-39DF-A2788C7E850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3765" y="291045"/>
                      <a:ext cx="2503333" cy="1407459"/>
                    </a:xfrm>
                    <a:prstGeom prst="roundRect">
                      <a:avLst/>
                    </a:prstGeom>
                    <a:solidFill>
                      <a:srgbClr val="D07B05"/>
                    </a:solidFill>
                    <a:ln>
                      <a:noFill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3" name="Textfeld 22">
                      <a:extLst>
                        <a:ext uri="{FF2B5EF4-FFF2-40B4-BE49-F238E27FC236}">
                          <a16:creationId xmlns:a16="http://schemas.microsoft.com/office/drawing/2014/main" id="{C6C4E635-462D-6A32-ECD2-D9C67A6B58B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13765" y="1104081"/>
                      <a:ext cx="2503333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  <a:latin typeface="Inter SemiBold" panose="02000503000000020004" pitchFamily="2" charset="0"/>
                          <a:ea typeface="Inter SemiBold" panose="02000503000000020004" pitchFamily="2" charset="0"/>
                        </a:rPr>
                        <a:t>Tutorials</a:t>
                      </a:r>
                    </a:p>
                  </p:txBody>
                </p:sp>
              </p:grpSp>
              <p:sp>
                <p:nvSpPr>
                  <p:cNvPr id="32" name="Rechteck: abgerundete Ecken 31">
                    <a:extLst>
                      <a:ext uri="{FF2B5EF4-FFF2-40B4-BE49-F238E27FC236}">
                        <a16:creationId xmlns:a16="http://schemas.microsoft.com/office/drawing/2014/main" id="{89EDFC98-D9C8-79F9-CB00-71C25B6565CD}"/>
                      </a:ext>
                    </a:extLst>
                  </p:cNvPr>
                  <p:cNvSpPr/>
                  <p:nvPr/>
                </p:nvSpPr>
                <p:spPr>
                  <a:xfrm>
                    <a:off x="213766" y="1933589"/>
                    <a:ext cx="1095875" cy="1057590"/>
                  </a:xfrm>
                  <a:prstGeom prst="roundRect">
                    <a:avLst/>
                  </a:prstGeom>
                  <a:solidFill>
                    <a:srgbClr val="D07B05"/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de-DE" sz="1200" dirty="0">
                        <a:solidFill>
                          <a:schemeClr val="bg1"/>
                        </a:solidFill>
                        <a:latin typeface="Inter SemiBold" panose="02000503000000020004" pitchFamily="2" charset="0"/>
                        <a:ea typeface="Inter SemiBold" panose="02000503000000020004" pitchFamily="2" charset="0"/>
                      </a:rPr>
                      <a:t>Tutorial Creator</a:t>
                    </a:r>
                    <a:endParaRPr lang="en-US" sz="1200" dirty="0">
                      <a:solidFill>
                        <a:schemeClr val="bg1"/>
                      </a:solidFill>
                      <a:latin typeface="Inter SemiBold" panose="02000503000000020004" pitchFamily="2" charset="0"/>
                      <a:ea typeface="Inter SemiBold" panose="02000503000000020004" pitchFamily="2" charset="0"/>
                    </a:endParaRPr>
                  </a:p>
                </p:txBody>
              </p:sp>
              <p:sp>
                <p:nvSpPr>
                  <p:cNvPr id="33" name="Rechteck: abgerundete Ecken 32">
                    <a:extLst>
                      <a:ext uri="{FF2B5EF4-FFF2-40B4-BE49-F238E27FC236}">
                        <a16:creationId xmlns:a16="http://schemas.microsoft.com/office/drawing/2014/main" id="{5CC5005F-D7F5-70BE-47B9-EA73CAE50DD1}"/>
                      </a:ext>
                    </a:extLst>
                  </p:cNvPr>
                  <p:cNvSpPr/>
                  <p:nvPr/>
                </p:nvSpPr>
                <p:spPr>
                  <a:xfrm>
                    <a:off x="1621225" y="1933589"/>
                    <a:ext cx="1095875" cy="1057590"/>
                  </a:xfrm>
                  <a:prstGeom prst="roundRect">
                    <a:avLst/>
                  </a:prstGeom>
                  <a:solidFill>
                    <a:srgbClr val="D07B05"/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de-DE" sz="1200" dirty="0">
                        <a:solidFill>
                          <a:schemeClr val="bg1"/>
                        </a:solidFill>
                        <a:latin typeface="Inter SemiBold" panose="02000503000000020004" pitchFamily="2" charset="0"/>
                        <a:ea typeface="Inter SemiBold" panose="02000503000000020004" pitchFamily="2" charset="0"/>
                      </a:rPr>
                      <a:t>Tutorial Library</a:t>
                    </a:r>
                    <a:endParaRPr lang="en-US" sz="1200" dirty="0">
                      <a:solidFill>
                        <a:schemeClr val="bg1"/>
                      </a:solidFill>
                      <a:latin typeface="Inter SemiBold" panose="02000503000000020004" pitchFamily="2" charset="0"/>
                      <a:ea typeface="Inter SemiBold" panose="02000503000000020004" pitchFamily="2" charset="0"/>
                    </a:endParaRPr>
                  </a:p>
                </p:txBody>
              </p:sp>
              <p:sp>
                <p:nvSpPr>
                  <p:cNvPr id="34" name="Rechteck: abgerundete Ecken 33">
                    <a:extLst>
                      <a:ext uri="{FF2B5EF4-FFF2-40B4-BE49-F238E27FC236}">
                        <a16:creationId xmlns:a16="http://schemas.microsoft.com/office/drawing/2014/main" id="{BED8A790-1D90-7B9E-8084-56428D447421}"/>
                      </a:ext>
                    </a:extLst>
                  </p:cNvPr>
                  <p:cNvSpPr/>
                  <p:nvPr/>
                </p:nvSpPr>
                <p:spPr>
                  <a:xfrm>
                    <a:off x="213766" y="3263436"/>
                    <a:ext cx="1095875" cy="1057590"/>
                  </a:xfrm>
                  <a:prstGeom prst="roundRect">
                    <a:avLst/>
                  </a:prstGeom>
                  <a:solidFill>
                    <a:srgbClr val="D07B05"/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de-DE" sz="1200" dirty="0">
                        <a:solidFill>
                          <a:schemeClr val="bg1"/>
                        </a:solidFill>
                        <a:latin typeface="Inter SemiBold" panose="02000503000000020004" pitchFamily="2" charset="0"/>
                        <a:ea typeface="Inter SemiBold" panose="02000503000000020004" pitchFamily="2" charset="0"/>
                      </a:rPr>
                      <a:t>Interactive</a:t>
                    </a:r>
                  </a:p>
                  <a:p>
                    <a:pPr algn="ctr"/>
                    <a:r>
                      <a:rPr lang="de-DE" sz="1200" dirty="0">
                        <a:solidFill>
                          <a:schemeClr val="bg1"/>
                        </a:solidFill>
                        <a:latin typeface="Inter SemiBold" panose="02000503000000020004" pitchFamily="2" charset="0"/>
                        <a:ea typeface="Inter SemiBold" panose="02000503000000020004" pitchFamily="2" charset="0"/>
                      </a:rPr>
                      <a:t>GUIs</a:t>
                    </a:r>
                    <a:endParaRPr lang="en-US" sz="1200" dirty="0">
                      <a:solidFill>
                        <a:schemeClr val="bg1"/>
                      </a:solidFill>
                      <a:latin typeface="Inter SemiBold" panose="02000503000000020004" pitchFamily="2" charset="0"/>
                      <a:ea typeface="Inter SemiBold" panose="02000503000000020004" pitchFamily="2" charset="0"/>
                    </a:endParaRPr>
                  </a:p>
                </p:txBody>
              </p:sp>
              <p:sp>
                <p:nvSpPr>
                  <p:cNvPr id="35" name="Rechteck: abgerundete Ecken 34">
                    <a:extLst>
                      <a:ext uri="{FF2B5EF4-FFF2-40B4-BE49-F238E27FC236}">
                        <a16:creationId xmlns:a16="http://schemas.microsoft.com/office/drawing/2014/main" id="{71E925E4-451E-7FC6-689C-D6853D7AFDCE}"/>
                      </a:ext>
                    </a:extLst>
                  </p:cNvPr>
                  <p:cNvSpPr/>
                  <p:nvPr/>
                </p:nvSpPr>
                <p:spPr>
                  <a:xfrm>
                    <a:off x="1621225" y="3263436"/>
                    <a:ext cx="1095875" cy="1057590"/>
                  </a:xfrm>
                  <a:prstGeom prst="roundRect">
                    <a:avLst/>
                  </a:prstGeom>
                  <a:solidFill>
                    <a:srgbClr val="D07B05"/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de-DE" sz="1200" dirty="0">
                        <a:solidFill>
                          <a:schemeClr val="bg1"/>
                        </a:solidFill>
                        <a:latin typeface="Inter SemiBold" panose="02000503000000020004" pitchFamily="2" charset="0"/>
                        <a:ea typeface="Inter SemiBold" panose="02000503000000020004" pitchFamily="2" charset="0"/>
                      </a:rPr>
                      <a:t>TPLL Support</a:t>
                    </a:r>
                    <a:endParaRPr lang="en-US" sz="1200" dirty="0">
                      <a:solidFill>
                        <a:schemeClr val="bg1"/>
                      </a:solidFill>
                      <a:latin typeface="Inter SemiBold" panose="02000503000000020004" pitchFamily="2" charset="0"/>
                      <a:ea typeface="Inter SemiBold" panose="02000503000000020004" pitchFamily="2" charset="0"/>
                    </a:endParaRPr>
                  </a:p>
                </p:txBody>
              </p:sp>
              <p:sp>
                <p:nvSpPr>
                  <p:cNvPr id="36" name="Rechteck: abgerundete Ecken 35">
                    <a:extLst>
                      <a:ext uri="{FF2B5EF4-FFF2-40B4-BE49-F238E27FC236}">
                        <a16:creationId xmlns:a16="http://schemas.microsoft.com/office/drawing/2014/main" id="{E01F05C1-3416-C058-AE0E-277A5CBE0624}"/>
                      </a:ext>
                    </a:extLst>
                  </p:cNvPr>
                  <p:cNvSpPr/>
                  <p:nvPr/>
                </p:nvSpPr>
                <p:spPr>
                  <a:xfrm>
                    <a:off x="213765" y="4593283"/>
                    <a:ext cx="1095875" cy="1057590"/>
                  </a:xfrm>
                  <a:prstGeom prst="roundRect">
                    <a:avLst/>
                  </a:prstGeom>
                  <a:solidFill>
                    <a:srgbClr val="D07B05"/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de-DE" sz="1200" dirty="0">
                        <a:solidFill>
                          <a:schemeClr val="bg1"/>
                        </a:solidFill>
                        <a:latin typeface="Inter SemiBold" panose="02000503000000020004" pitchFamily="2" charset="0"/>
                        <a:ea typeface="Inter SemiBold" panose="02000503000000020004" pitchFamily="2" charset="0"/>
                      </a:rPr>
                      <a:t>WorldEdit Support</a:t>
                    </a:r>
                    <a:endParaRPr lang="en-US" sz="1200" dirty="0">
                      <a:solidFill>
                        <a:schemeClr val="bg1"/>
                      </a:solidFill>
                      <a:latin typeface="Inter SemiBold" panose="02000503000000020004" pitchFamily="2" charset="0"/>
                      <a:ea typeface="Inter SemiBold" panose="02000503000000020004" pitchFamily="2" charset="0"/>
                    </a:endParaRPr>
                  </a:p>
                </p:txBody>
              </p:sp>
              <p:sp>
                <p:nvSpPr>
                  <p:cNvPr id="37" name="Rechteck: abgerundete Ecken 36">
                    <a:extLst>
                      <a:ext uri="{FF2B5EF4-FFF2-40B4-BE49-F238E27FC236}">
                        <a16:creationId xmlns:a16="http://schemas.microsoft.com/office/drawing/2014/main" id="{E650C876-A285-1B09-D770-07FD2E40675C}"/>
                      </a:ext>
                    </a:extLst>
                  </p:cNvPr>
                  <p:cNvSpPr/>
                  <p:nvPr/>
                </p:nvSpPr>
                <p:spPr>
                  <a:xfrm>
                    <a:off x="1621224" y="4593283"/>
                    <a:ext cx="1095875" cy="1057590"/>
                  </a:xfrm>
                  <a:prstGeom prst="roundRect">
                    <a:avLst/>
                  </a:prstGeom>
                  <a:solidFill>
                    <a:srgbClr val="D07B05"/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de-DE" sz="1200" dirty="0">
                        <a:solidFill>
                          <a:schemeClr val="bg1"/>
                        </a:solidFill>
                        <a:latin typeface="Inter SemiBold" panose="02000503000000020004" pitchFamily="2" charset="0"/>
                        <a:ea typeface="Inter SemiBold" panose="02000503000000020004" pitchFamily="2" charset="0"/>
                      </a:rPr>
                      <a:t>Terraform Support</a:t>
                    </a:r>
                    <a:endParaRPr lang="en-US" sz="1200" dirty="0">
                      <a:solidFill>
                        <a:schemeClr val="bg1"/>
                      </a:solidFill>
                      <a:latin typeface="Inter SemiBold" panose="02000503000000020004" pitchFamily="2" charset="0"/>
                      <a:ea typeface="Inter SemiBold" panose="02000503000000020004" pitchFamily="2" charset="0"/>
                    </a:endParaRPr>
                  </a:p>
                </p:txBody>
              </p:sp>
            </p:grpSp>
            <p:cxnSp>
              <p:nvCxnSpPr>
                <p:cNvPr id="10" name="Gerader Verbinder 9">
                  <a:extLst>
                    <a:ext uri="{FF2B5EF4-FFF2-40B4-BE49-F238E27FC236}">
                      <a16:creationId xmlns:a16="http://schemas.microsoft.com/office/drawing/2014/main" id="{C6E9A275-F765-1AAA-1D22-434B3BA325E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675" y="202504"/>
                  <a:ext cx="19754" cy="0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74" name="Grafik 73">
                <a:extLst>
                  <a:ext uri="{FF2B5EF4-FFF2-40B4-BE49-F238E27FC236}">
                    <a16:creationId xmlns:a16="http://schemas.microsoft.com/office/drawing/2014/main" id="{8FDCBA60-8F19-7719-373E-5C07D6E620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1205776" y="743381"/>
                <a:ext cx="519310" cy="519310"/>
              </a:xfrm>
              <a:prstGeom prst="rect">
                <a:avLst/>
              </a:prstGeom>
            </p:spPr>
          </p:pic>
        </p:grpSp>
        <p:cxnSp>
          <p:nvCxnSpPr>
            <p:cNvPr id="83" name="Gerader Verbinder 82">
              <a:extLst>
                <a:ext uri="{FF2B5EF4-FFF2-40B4-BE49-F238E27FC236}">
                  <a16:creationId xmlns:a16="http://schemas.microsoft.com/office/drawing/2014/main" id="{45392EF5-A9B8-E68B-01BB-792F1290208A}"/>
                </a:ext>
              </a:extLst>
            </p:cNvPr>
            <p:cNvCxnSpPr>
              <a:cxnSpLocks/>
            </p:cNvCxnSpPr>
            <p:nvPr/>
          </p:nvCxnSpPr>
          <p:spPr>
            <a:xfrm>
              <a:off x="2859881" y="202504"/>
              <a:ext cx="19050" cy="0"/>
            </a:xfrm>
            <a:prstGeom prst="line">
              <a:avLst/>
            </a:prstGeom>
            <a:solidFill>
              <a:srgbClr val="CB6F03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B015C112-D213-2C7A-3BAA-D7FCA339EC3E}"/>
              </a:ext>
            </a:extLst>
          </p:cNvPr>
          <p:cNvGrpSpPr/>
          <p:nvPr/>
        </p:nvGrpSpPr>
        <p:grpSpPr>
          <a:xfrm>
            <a:off x="196423" y="202504"/>
            <a:ext cx="2860585" cy="5710180"/>
            <a:chOff x="3402903" y="171548"/>
            <a:chExt cx="2860585" cy="5710180"/>
          </a:xfrm>
        </p:grpSpPr>
        <p:grpSp>
          <p:nvGrpSpPr>
            <p:cNvPr id="139" name="Gruppieren 138">
              <a:extLst>
                <a:ext uri="{FF2B5EF4-FFF2-40B4-BE49-F238E27FC236}">
                  <a16:creationId xmlns:a16="http://schemas.microsoft.com/office/drawing/2014/main" id="{56AF2914-4AEC-0BE6-143A-5AE1EF81DF03}"/>
                </a:ext>
              </a:extLst>
            </p:cNvPr>
            <p:cNvGrpSpPr/>
            <p:nvPr/>
          </p:nvGrpSpPr>
          <p:grpSpPr>
            <a:xfrm>
              <a:off x="3402903" y="171548"/>
              <a:ext cx="2860585" cy="4380333"/>
              <a:chOff x="3402903" y="171548"/>
              <a:chExt cx="2860585" cy="4380333"/>
            </a:xfrm>
          </p:grpSpPr>
          <p:grpSp>
            <p:nvGrpSpPr>
              <p:cNvPr id="122" name="Gruppieren 121">
                <a:extLst>
                  <a:ext uri="{FF2B5EF4-FFF2-40B4-BE49-F238E27FC236}">
                    <a16:creationId xmlns:a16="http://schemas.microsoft.com/office/drawing/2014/main" id="{E59C57A1-A75F-34B8-24D5-7D2698DB5E67}"/>
                  </a:ext>
                </a:extLst>
              </p:cNvPr>
              <p:cNvGrpSpPr/>
              <p:nvPr/>
            </p:nvGrpSpPr>
            <p:grpSpPr>
              <a:xfrm>
                <a:off x="3402903" y="171548"/>
                <a:ext cx="2698425" cy="4380333"/>
                <a:chOff x="18675" y="202504"/>
                <a:chExt cx="2698425" cy="4380333"/>
              </a:xfrm>
            </p:grpSpPr>
            <p:grpSp>
              <p:nvGrpSpPr>
                <p:cNvPr id="124" name="Gruppieren 123">
                  <a:extLst>
                    <a:ext uri="{FF2B5EF4-FFF2-40B4-BE49-F238E27FC236}">
                      <a16:creationId xmlns:a16="http://schemas.microsoft.com/office/drawing/2014/main" id="{A096E35F-FF0F-268F-2C28-B394CDC56192}"/>
                    </a:ext>
                  </a:extLst>
                </p:cNvPr>
                <p:cNvGrpSpPr/>
                <p:nvPr/>
              </p:nvGrpSpPr>
              <p:grpSpPr>
                <a:xfrm>
                  <a:off x="18675" y="202504"/>
                  <a:ext cx="2698425" cy="4380333"/>
                  <a:chOff x="18675" y="202504"/>
                  <a:chExt cx="2698425" cy="4380333"/>
                </a:xfrm>
                <a:solidFill>
                  <a:srgbClr val="CB6F03"/>
                </a:solidFill>
              </p:grpSpPr>
              <p:grpSp>
                <p:nvGrpSpPr>
                  <p:cNvPr id="128" name="Gruppieren 127">
                    <a:extLst>
                      <a:ext uri="{FF2B5EF4-FFF2-40B4-BE49-F238E27FC236}">
                        <a16:creationId xmlns:a16="http://schemas.microsoft.com/office/drawing/2014/main" id="{D0BEC4C4-E800-3A4F-18A6-23C8A4F458FD}"/>
                      </a:ext>
                    </a:extLst>
                  </p:cNvPr>
                  <p:cNvGrpSpPr/>
                  <p:nvPr/>
                </p:nvGrpSpPr>
                <p:grpSpPr>
                  <a:xfrm>
                    <a:off x="213765" y="552856"/>
                    <a:ext cx="2503335" cy="4029981"/>
                    <a:chOff x="213765" y="291045"/>
                    <a:chExt cx="2503335" cy="4029981"/>
                  </a:xfrm>
                  <a:grpFill/>
                </p:grpSpPr>
                <p:grpSp>
                  <p:nvGrpSpPr>
                    <p:cNvPr id="130" name="Gruppieren 129">
                      <a:extLst>
                        <a:ext uri="{FF2B5EF4-FFF2-40B4-BE49-F238E27FC236}">
                          <a16:creationId xmlns:a16="http://schemas.microsoft.com/office/drawing/2014/main" id="{75A0FCA1-2A93-6129-D9DD-C3833C3AEC7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3765" y="291045"/>
                      <a:ext cx="2503333" cy="1407459"/>
                      <a:chOff x="213765" y="291045"/>
                      <a:chExt cx="2503333" cy="1407459"/>
                    </a:xfrm>
                    <a:grpFill/>
                  </p:grpSpPr>
                  <p:sp>
                    <p:nvSpPr>
                      <p:cNvPr id="137" name="Rechteck: abgerundete Ecken 136">
                        <a:extLst>
                          <a:ext uri="{FF2B5EF4-FFF2-40B4-BE49-F238E27FC236}">
                            <a16:creationId xmlns:a16="http://schemas.microsoft.com/office/drawing/2014/main" id="{BC873364-C2BB-A647-8DD4-8A05F4DF17C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13765" y="291045"/>
                        <a:ext cx="2503333" cy="1407459"/>
                      </a:xfrm>
                      <a:prstGeom prst="roundRect">
                        <a:avLst/>
                      </a:prstGeom>
                      <a:solidFill>
                        <a:srgbClr val="DAD3D0"/>
                      </a:solidFill>
                      <a:ln>
                        <a:noFill/>
                      </a:ln>
                      <a:effectLst>
                        <a:outerShdw blurRad="50800" dist="38100" dir="2700000" algn="tl" rotWithShape="0">
                          <a:prstClr val="black">
                            <a:alpha val="40000"/>
                          </a:prstClr>
                        </a:outerShdw>
                      </a:effectLst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38" name="Textfeld 137">
                        <a:extLst>
                          <a:ext uri="{FF2B5EF4-FFF2-40B4-BE49-F238E27FC236}">
                            <a16:creationId xmlns:a16="http://schemas.microsoft.com/office/drawing/2014/main" id="{408AA751-7400-E4BD-6466-A536FE91C04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13765" y="1104081"/>
                        <a:ext cx="2503333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2000" dirty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Inter SemiBold" panose="02000503000000020004" pitchFamily="2" charset="0"/>
                            <a:ea typeface="Inter SemiBold" panose="02000503000000020004" pitchFamily="2" charset="0"/>
                          </a:rPr>
                          <a:t>Plot System</a:t>
                        </a:r>
                      </a:p>
                    </p:txBody>
                  </p:sp>
                </p:grpSp>
                <p:sp>
                  <p:nvSpPr>
                    <p:cNvPr id="131" name="Rechteck: abgerundete Ecken 130">
                      <a:extLst>
                        <a:ext uri="{FF2B5EF4-FFF2-40B4-BE49-F238E27FC236}">
                          <a16:creationId xmlns:a16="http://schemas.microsoft.com/office/drawing/2014/main" id="{9E806E2B-15DC-1468-50CA-865AA3D2B6E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3766" y="1933589"/>
                      <a:ext cx="1095875" cy="1057590"/>
                    </a:xfrm>
                    <a:prstGeom prst="roundRect">
                      <a:avLst/>
                    </a:prstGeom>
                    <a:solidFill>
                      <a:srgbClr val="DAD3D0"/>
                    </a:solidFill>
                    <a:ln>
                      <a:noFill/>
                    </a:ln>
                    <a:effectLst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Inter SemiBold" panose="02000503000000020004" pitchFamily="2" charset="0"/>
                          <a:ea typeface="Inter SemiBold" panose="02000503000000020004" pitchFamily="2" charset="0"/>
                        </a:rPr>
                        <a:t>Global Plot System</a:t>
                      </a:r>
                    </a:p>
                  </p:txBody>
                </p:sp>
                <p:sp>
                  <p:nvSpPr>
                    <p:cNvPr id="132" name="Rechteck: abgerundete Ecken 131">
                      <a:extLst>
                        <a:ext uri="{FF2B5EF4-FFF2-40B4-BE49-F238E27FC236}">
                          <a16:creationId xmlns:a16="http://schemas.microsoft.com/office/drawing/2014/main" id="{91F4F83F-F148-0601-EA7F-3F0FF29D138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1225" y="1933589"/>
                      <a:ext cx="1095875" cy="1057590"/>
                    </a:xfrm>
                    <a:prstGeom prst="roundRect">
                      <a:avLst/>
                    </a:prstGeom>
                    <a:solidFill>
                      <a:srgbClr val="DAD3D0"/>
                    </a:solidFill>
                    <a:ln>
                      <a:noFill/>
                    </a:ln>
                    <a:effectLst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Inter SemiBold" panose="02000503000000020004" pitchFamily="2" charset="0"/>
                          <a:ea typeface="Inter SemiBold" panose="02000503000000020004" pitchFamily="2" charset="0"/>
                        </a:rPr>
                        <a:t>Plot Modes</a:t>
                      </a:r>
                    </a:p>
                  </p:txBody>
                </p:sp>
                <p:sp>
                  <p:nvSpPr>
                    <p:cNvPr id="133" name="Rechteck: abgerundete Ecken 132">
                      <a:extLst>
                        <a:ext uri="{FF2B5EF4-FFF2-40B4-BE49-F238E27FC236}">
                          <a16:creationId xmlns:a16="http://schemas.microsoft.com/office/drawing/2014/main" id="{C1D7BE61-E3D3-2419-4A1E-65930F64E69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3766" y="3263436"/>
                      <a:ext cx="1095875" cy="1057590"/>
                    </a:xfrm>
                    <a:prstGeom prst="roundRect">
                      <a:avLst/>
                    </a:prstGeom>
                    <a:solidFill>
                      <a:srgbClr val="DAD3D0"/>
                    </a:solidFill>
                    <a:ln>
                      <a:noFill/>
                    </a:ln>
                    <a:effectLst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Inter SemiBold" panose="02000503000000020004" pitchFamily="2" charset="0"/>
                          <a:ea typeface="Inter SemiBold" panose="02000503000000020004" pitchFamily="2" charset="0"/>
                        </a:rPr>
                        <a:t>Universal</a:t>
                      </a:r>
                      <a:br>
                        <a:rPr lang="de-DE" sz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Inter SemiBold" panose="02000503000000020004" pitchFamily="2" charset="0"/>
                          <a:ea typeface="Inter SemiBold" panose="02000503000000020004" pitchFamily="2" charset="0"/>
                        </a:rPr>
                      </a:br>
                      <a:r>
                        <a:rPr lang="de-DE" sz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Inter SemiBold" panose="02000503000000020004" pitchFamily="2" charset="0"/>
                          <a:ea typeface="Inter SemiBold" panose="02000503000000020004" pitchFamily="2" charset="0"/>
                        </a:rPr>
                        <a:t>Building</a:t>
                      </a:r>
                    </a:p>
                  </p:txBody>
                </p:sp>
                <p:sp>
                  <p:nvSpPr>
                    <p:cNvPr id="134" name="Rechteck: abgerundete Ecken 133">
                      <a:extLst>
                        <a:ext uri="{FF2B5EF4-FFF2-40B4-BE49-F238E27FC236}">
                          <a16:creationId xmlns:a16="http://schemas.microsoft.com/office/drawing/2014/main" id="{93F3464E-2B01-F6C3-2DD5-1E55CA5BF5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1225" y="3263436"/>
                      <a:ext cx="1095875" cy="1057590"/>
                    </a:xfrm>
                    <a:prstGeom prst="roundRect">
                      <a:avLst/>
                    </a:prstGeom>
                    <a:solidFill>
                      <a:srgbClr val="DAD3D0"/>
                    </a:solidFill>
                    <a:ln>
                      <a:noFill/>
                    </a:ln>
                    <a:effectLst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Inter SemiBold" panose="02000503000000020004" pitchFamily="2" charset="0"/>
                          <a:ea typeface="Inter SemiBold" panose="02000503000000020004" pitchFamily="2" charset="0"/>
                        </a:rPr>
                        <a:t>Group System</a:t>
                      </a:r>
                    </a:p>
                  </p:txBody>
                </p:sp>
              </p:grpSp>
              <p:cxnSp>
                <p:nvCxnSpPr>
                  <p:cNvPr id="129" name="Gerader Verbinder 128">
                    <a:extLst>
                      <a:ext uri="{FF2B5EF4-FFF2-40B4-BE49-F238E27FC236}">
                        <a16:creationId xmlns:a16="http://schemas.microsoft.com/office/drawing/2014/main" id="{3DA14557-B695-66D6-47CD-C50A2ABEEB0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8675" y="202504"/>
                    <a:ext cx="19754" cy="0"/>
                  </a:xfrm>
                  <a:prstGeom prst="line">
                    <a:avLst/>
                  </a:prstGeom>
                  <a:grpFill/>
                  <a:ln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pic>
              <p:nvPicPr>
                <p:cNvPr id="125" name="Grafik 124">
                  <a:extLst>
                    <a:ext uri="{FF2B5EF4-FFF2-40B4-BE49-F238E27FC236}">
                      <a16:creationId xmlns:a16="http://schemas.microsoft.com/office/drawing/2014/main" id="{6C6054EF-64D9-E7A2-4F41-1FC8F1AFB2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1205776" y="743381"/>
                  <a:ext cx="519310" cy="519310"/>
                </a:xfrm>
                <a:prstGeom prst="rect">
                  <a:avLst/>
                </a:prstGeom>
              </p:spPr>
            </p:pic>
          </p:grpSp>
          <p:cxnSp>
            <p:nvCxnSpPr>
              <p:cNvPr id="123" name="Gerader Verbinder 122">
                <a:extLst>
                  <a:ext uri="{FF2B5EF4-FFF2-40B4-BE49-F238E27FC236}">
                    <a16:creationId xmlns:a16="http://schemas.microsoft.com/office/drawing/2014/main" id="{5A332CB0-A256-E499-BA52-E7BAB829B9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44438" y="202504"/>
                <a:ext cx="19050" cy="0"/>
              </a:xfrm>
              <a:prstGeom prst="line">
                <a:avLst/>
              </a:prstGeom>
              <a:solidFill>
                <a:srgbClr val="CB6F03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" name="Rechteck: abgerundete Ecken 2">
              <a:extLst>
                <a:ext uri="{FF2B5EF4-FFF2-40B4-BE49-F238E27FC236}">
                  <a16:creationId xmlns:a16="http://schemas.microsoft.com/office/drawing/2014/main" id="{063FA938-3C4D-6412-5590-6C5056203869}"/>
                </a:ext>
              </a:extLst>
            </p:cNvPr>
            <p:cNvSpPr/>
            <p:nvPr/>
          </p:nvSpPr>
          <p:spPr>
            <a:xfrm>
              <a:off x="3597993" y="4824138"/>
              <a:ext cx="1095875" cy="1057590"/>
            </a:xfrm>
            <a:prstGeom prst="roundRect">
              <a:avLst/>
            </a:prstGeom>
            <a:solidFill>
              <a:srgbClr val="DAD3D0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200" dirty="0">
                  <a:solidFill>
                    <a:schemeClr val="bg2">
                      <a:lumMod val="25000"/>
                    </a:schemeClr>
                  </a:solidFill>
                  <a:latin typeface="Inter SemiBold" panose="02000503000000020004" pitchFamily="2" charset="0"/>
                  <a:ea typeface="Inter SemiBold" panose="02000503000000020004" pitchFamily="2" charset="0"/>
                </a:rPr>
                <a:t>Multi Language</a:t>
              </a:r>
            </a:p>
          </p:txBody>
        </p:sp>
        <p:sp>
          <p:nvSpPr>
            <p:cNvPr id="4" name="Rechteck: abgerundete Ecken 3">
              <a:extLst>
                <a:ext uri="{FF2B5EF4-FFF2-40B4-BE49-F238E27FC236}">
                  <a16:creationId xmlns:a16="http://schemas.microsoft.com/office/drawing/2014/main" id="{4F1378D1-B379-3A3D-0580-AF8889A861C8}"/>
                </a:ext>
              </a:extLst>
            </p:cNvPr>
            <p:cNvSpPr/>
            <p:nvPr/>
          </p:nvSpPr>
          <p:spPr>
            <a:xfrm>
              <a:off x="5005452" y="4824138"/>
              <a:ext cx="1095875" cy="1057590"/>
            </a:xfrm>
            <a:prstGeom prst="roundRect">
              <a:avLst/>
            </a:prstGeom>
            <a:solidFill>
              <a:srgbClr val="DAD3D0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2">
                      <a:lumMod val="25000"/>
                    </a:schemeClr>
                  </a:solidFill>
                  <a:latin typeface="Inter SemiBold" panose="02000503000000020004" pitchFamily="2" charset="0"/>
                  <a:ea typeface="Inter SemiBold" panose="02000503000000020004" pitchFamily="2" charset="0"/>
                </a:rPr>
                <a:t>Auto</a:t>
              </a:r>
              <a:br>
                <a:rPr lang="en-US" sz="1200" dirty="0">
                  <a:solidFill>
                    <a:schemeClr val="bg2">
                      <a:lumMod val="25000"/>
                    </a:schemeClr>
                  </a:solidFill>
                  <a:latin typeface="Inter SemiBold" panose="02000503000000020004" pitchFamily="2" charset="0"/>
                  <a:ea typeface="Inter SemiBold" panose="02000503000000020004" pitchFamily="2" charset="0"/>
                </a:rPr>
              </a:br>
              <a:r>
                <a:rPr lang="en-US" sz="1200" dirty="0">
                  <a:solidFill>
                    <a:schemeClr val="bg2">
                      <a:lumMod val="25000"/>
                    </a:schemeClr>
                  </a:solidFill>
                  <a:latin typeface="Inter SemiBold" panose="02000503000000020004" pitchFamily="2" charset="0"/>
                  <a:ea typeface="Inter SemiBold" panose="02000503000000020004" pitchFamily="2" charset="0"/>
                </a:rPr>
                <a:t>Sync</a:t>
              </a:r>
            </a:p>
          </p:txBody>
        </p:sp>
      </p:grp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D138CB38-B97A-6486-30AF-B38681455045}"/>
              </a:ext>
            </a:extLst>
          </p:cNvPr>
          <p:cNvGrpSpPr/>
          <p:nvPr/>
        </p:nvGrpSpPr>
        <p:grpSpPr>
          <a:xfrm>
            <a:off x="6787461" y="202504"/>
            <a:ext cx="2860585" cy="3050486"/>
            <a:chOff x="6787461" y="202504"/>
            <a:chExt cx="2860585" cy="3050486"/>
          </a:xfrm>
        </p:grpSpPr>
        <p:grpSp>
          <p:nvGrpSpPr>
            <p:cNvPr id="7" name="Gruppieren 6">
              <a:extLst>
                <a:ext uri="{FF2B5EF4-FFF2-40B4-BE49-F238E27FC236}">
                  <a16:creationId xmlns:a16="http://schemas.microsoft.com/office/drawing/2014/main" id="{E7A18CF4-7222-F719-494B-A99D154BC8E4}"/>
                </a:ext>
              </a:extLst>
            </p:cNvPr>
            <p:cNvGrpSpPr/>
            <p:nvPr/>
          </p:nvGrpSpPr>
          <p:grpSpPr>
            <a:xfrm>
              <a:off x="6787461" y="202504"/>
              <a:ext cx="2860585" cy="3050486"/>
              <a:chOff x="3402903" y="171548"/>
              <a:chExt cx="2860585" cy="3050486"/>
            </a:xfrm>
          </p:grpSpPr>
          <p:grpSp>
            <p:nvGrpSpPr>
              <p:cNvPr id="11" name="Gruppieren 10">
                <a:extLst>
                  <a:ext uri="{FF2B5EF4-FFF2-40B4-BE49-F238E27FC236}">
                    <a16:creationId xmlns:a16="http://schemas.microsoft.com/office/drawing/2014/main" id="{8234B9A7-3367-8D70-AC3D-32674F488072}"/>
                  </a:ext>
                </a:extLst>
              </p:cNvPr>
              <p:cNvGrpSpPr/>
              <p:nvPr/>
            </p:nvGrpSpPr>
            <p:grpSpPr>
              <a:xfrm>
                <a:off x="3402903" y="171548"/>
                <a:ext cx="2698423" cy="3050486"/>
                <a:chOff x="18675" y="202504"/>
                <a:chExt cx="2698423" cy="3050486"/>
              </a:xfrm>
            </p:grpSpPr>
            <p:grpSp>
              <p:nvGrpSpPr>
                <p:cNvPr id="13" name="Gruppieren 12">
                  <a:extLst>
                    <a:ext uri="{FF2B5EF4-FFF2-40B4-BE49-F238E27FC236}">
                      <a16:creationId xmlns:a16="http://schemas.microsoft.com/office/drawing/2014/main" id="{67F28EA9-6D7E-BF4D-EEEE-AADC15DCD835}"/>
                    </a:ext>
                  </a:extLst>
                </p:cNvPr>
                <p:cNvGrpSpPr/>
                <p:nvPr/>
              </p:nvGrpSpPr>
              <p:grpSpPr>
                <a:xfrm>
                  <a:off x="18675" y="202504"/>
                  <a:ext cx="2698423" cy="3050486"/>
                  <a:chOff x="18675" y="202504"/>
                  <a:chExt cx="2698423" cy="3050486"/>
                </a:xfrm>
                <a:solidFill>
                  <a:srgbClr val="CB6F03"/>
                </a:solidFill>
              </p:grpSpPr>
              <p:grpSp>
                <p:nvGrpSpPr>
                  <p:cNvPr id="16" name="Gruppieren 15">
                    <a:extLst>
                      <a:ext uri="{FF2B5EF4-FFF2-40B4-BE49-F238E27FC236}">
                        <a16:creationId xmlns:a16="http://schemas.microsoft.com/office/drawing/2014/main" id="{26E6F2B7-6D25-ABB6-C18F-6804FB3B3AEC}"/>
                      </a:ext>
                    </a:extLst>
                  </p:cNvPr>
                  <p:cNvGrpSpPr/>
                  <p:nvPr/>
                </p:nvGrpSpPr>
                <p:grpSpPr>
                  <a:xfrm>
                    <a:off x="213765" y="552856"/>
                    <a:ext cx="2503333" cy="2700134"/>
                    <a:chOff x="213765" y="291045"/>
                    <a:chExt cx="2503333" cy="2700134"/>
                  </a:xfrm>
                  <a:grpFill/>
                </p:grpSpPr>
                <p:grpSp>
                  <p:nvGrpSpPr>
                    <p:cNvPr id="18" name="Gruppieren 17">
                      <a:extLst>
                        <a:ext uri="{FF2B5EF4-FFF2-40B4-BE49-F238E27FC236}">
                          <a16:creationId xmlns:a16="http://schemas.microsoft.com/office/drawing/2014/main" id="{1993F6C9-21E0-FAB6-1B1A-CA55A05CD49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3765" y="291045"/>
                      <a:ext cx="2503333" cy="1407459"/>
                      <a:chOff x="213765" y="291045"/>
                      <a:chExt cx="2503333" cy="1407459"/>
                    </a:xfrm>
                    <a:grpFill/>
                  </p:grpSpPr>
                  <p:sp>
                    <p:nvSpPr>
                      <p:cNvPr id="25" name="Rechteck: abgerundete Ecken 24">
                        <a:extLst>
                          <a:ext uri="{FF2B5EF4-FFF2-40B4-BE49-F238E27FC236}">
                            <a16:creationId xmlns:a16="http://schemas.microsoft.com/office/drawing/2014/main" id="{50E77AE5-508D-2D9A-70F2-B9BE50C8CC8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13765" y="291045"/>
                        <a:ext cx="2503333" cy="1407459"/>
                      </a:xfrm>
                      <a:prstGeom prst="roundRect">
                        <a:avLst/>
                      </a:prstGeom>
                      <a:solidFill>
                        <a:srgbClr val="DAD3D0"/>
                      </a:solidFill>
                      <a:ln>
                        <a:noFill/>
                      </a:ln>
                      <a:effectLst>
                        <a:outerShdw blurRad="50800" dist="38100" dir="2700000" algn="tl" rotWithShape="0">
                          <a:prstClr val="black">
                            <a:alpha val="40000"/>
                          </a:prstClr>
                        </a:outerShdw>
                      </a:effectLst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26" name="Textfeld 25">
                        <a:extLst>
                          <a:ext uri="{FF2B5EF4-FFF2-40B4-BE49-F238E27FC236}">
                            <a16:creationId xmlns:a16="http://schemas.microsoft.com/office/drawing/2014/main" id="{568964C0-F9DC-AEEA-50DF-C5F299B8940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13765" y="1104081"/>
                        <a:ext cx="2503333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2000" dirty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Inter SemiBold" panose="02000503000000020004" pitchFamily="2" charset="0"/>
                            <a:ea typeface="Inter SemiBold" panose="02000503000000020004" pitchFamily="2" charset="0"/>
                          </a:rPr>
                          <a:t>Security</a:t>
                        </a:r>
                      </a:p>
                    </p:txBody>
                  </p:sp>
                </p:grpSp>
                <p:sp>
                  <p:nvSpPr>
                    <p:cNvPr id="19" name="Rechteck: abgerundete Ecken 18">
                      <a:extLst>
                        <a:ext uri="{FF2B5EF4-FFF2-40B4-BE49-F238E27FC236}">
                          <a16:creationId xmlns:a16="http://schemas.microsoft.com/office/drawing/2014/main" id="{9C205BA4-487D-5D5B-9261-A98EAF9CC0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3766" y="1933589"/>
                      <a:ext cx="1095875" cy="1057590"/>
                    </a:xfrm>
                    <a:prstGeom prst="roundRect">
                      <a:avLst/>
                    </a:prstGeom>
                    <a:solidFill>
                      <a:srgbClr val="DAD3D0"/>
                    </a:solidFill>
                    <a:ln>
                      <a:noFill/>
                    </a:ln>
                    <a:effectLst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de-DE" sz="12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Inter SemiBold" panose="02000503000000020004" pitchFamily="2" charset="0"/>
                          <a:ea typeface="Inter SemiBold" panose="02000503000000020004" pitchFamily="2" charset="0"/>
                        </a:rPr>
                        <a:t>Terra Guard</a:t>
                      </a:r>
                    </a:p>
                  </p:txBody>
                </p:sp>
              </p:grpSp>
              <p:cxnSp>
                <p:nvCxnSpPr>
                  <p:cNvPr id="17" name="Gerader Verbinder 16">
                    <a:extLst>
                      <a:ext uri="{FF2B5EF4-FFF2-40B4-BE49-F238E27FC236}">
                        <a16:creationId xmlns:a16="http://schemas.microsoft.com/office/drawing/2014/main" id="{1E5EC052-92E2-DF15-C7FA-7F0911AB7F8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8675" y="202504"/>
                    <a:ext cx="19754" cy="0"/>
                  </a:xfrm>
                  <a:prstGeom prst="line">
                    <a:avLst/>
                  </a:prstGeom>
                  <a:grpFill/>
                  <a:ln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pic>
              <p:nvPicPr>
                <p:cNvPr id="15" name="Grafik 14">
                  <a:extLst>
                    <a:ext uri="{FF2B5EF4-FFF2-40B4-BE49-F238E27FC236}">
                      <a16:creationId xmlns:a16="http://schemas.microsoft.com/office/drawing/2014/main" id="{B7732E33-8C83-94EC-778E-377CD332D85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1205776" y="743381"/>
                  <a:ext cx="519310" cy="519310"/>
                </a:xfrm>
                <a:prstGeom prst="rect">
                  <a:avLst/>
                </a:prstGeom>
              </p:spPr>
            </p:pic>
          </p:grpSp>
          <p:cxnSp>
            <p:nvCxnSpPr>
              <p:cNvPr id="12" name="Gerader Verbinder 11">
                <a:extLst>
                  <a:ext uri="{FF2B5EF4-FFF2-40B4-BE49-F238E27FC236}">
                    <a16:creationId xmlns:a16="http://schemas.microsoft.com/office/drawing/2014/main" id="{17DC1ED5-B70E-6568-BB6D-BF05344155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44438" y="202504"/>
                <a:ext cx="19050" cy="0"/>
              </a:xfrm>
              <a:prstGeom prst="line">
                <a:avLst/>
              </a:prstGeom>
              <a:solidFill>
                <a:srgbClr val="CB6F03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A49308D6-294E-72F7-4FE8-FD65B5C06441}"/>
                </a:ext>
              </a:extLst>
            </p:cNvPr>
            <p:cNvSpPr txBox="1"/>
            <p:nvPr/>
          </p:nvSpPr>
          <p:spPr>
            <a:xfrm>
              <a:off x="7785105" y="2250606"/>
              <a:ext cx="189457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200" dirty="0">
                  <a:solidFill>
                    <a:schemeClr val="bg2">
                      <a:lumMod val="25000"/>
                    </a:schemeClr>
                  </a:solidFill>
                  <a:latin typeface="Inter SemiBold" panose="02000503000000020004" pitchFamily="2" charset="0"/>
                  <a:ea typeface="Inter SemiBold" panose="02000503000000020004" pitchFamily="2" charset="0"/>
                </a:rPr>
                <a:t>*</a:t>
              </a:r>
              <a:endParaRPr lang="en-US" sz="1200" dirty="0">
                <a:solidFill>
                  <a:schemeClr val="bg2">
                    <a:lumMod val="25000"/>
                  </a:schemeClr>
                </a:solidFill>
                <a:latin typeface="Inter SemiBold" panose="02000503000000020004" pitchFamily="2" charset="0"/>
                <a:ea typeface="Inter SemiBold" panose="02000503000000020004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8747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223</TotalTime>
  <Words>71</Words>
  <Application>Microsoft Office PowerPoint</Application>
  <PresentationFormat>Breitbild</PresentationFormat>
  <Paragraphs>39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Inter SemiBold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Mine Fact</dc:creator>
  <cp:lastModifiedBy>Mine Fact</cp:lastModifiedBy>
  <cp:revision>2</cp:revision>
  <dcterms:created xsi:type="dcterms:W3CDTF">2023-10-26T11:13:35Z</dcterms:created>
  <dcterms:modified xsi:type="dcterms:W3CDTF">2023-10-26T14:57:04Z</dcterms:modified>
</cp:coreProperties>
</file>